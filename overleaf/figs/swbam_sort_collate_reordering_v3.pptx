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Distributed sorting and collation: revised author-edited slide 3.</a:t>
            </a:r>
          </a:p>
          <a:p/>
          <a:p>
            <a:r>
              <a:t>Panel (a): cell colors and numbers denote eventual destination ranks, including before Sort splitters are selected. The extracted data are decoded BAM bytes plus metadata. Local sorting rearranges metadata. The same-QNAME grouping performed by Collate is not globally lexicographic QNAME sorting. Rank-local output is therefore called merged records rather than globally sorted data. Local data avoid network transfer but may incur local copies. src0-src5 identify source ranks. The six segment glyphs summarize source contributions: sources can be empty or supply multiple segments in external mode. Merged records may interleave sources. Rank bodies are joined under one BAM header with one final BGZF EOF.</a:t>
            </a:r>
          </a:p>
          <a:p/>
          <a:p>
            <a:r>
              <a:t>Panel (b): Sort gathers local samples, selects five global splitters for six ranks, and broadcasts them. Collate uses owner=floor(bin*nranks/nbins); 66 bins are an example. Its comparator uses bin, hash, full QNAME, group order and global input order.</a:t>
            </a:r>
          </a:p>
          <a:p/>
          <a:p>
            <a:r>
              <a:t>The six logical stages are shared by in-memory and external-memory execution. Each storage box contains two alternatives selected by the algorithm mode; its RAM and temporary-file rows are not serial stages. External execution sorts successive bounded input chunks, stores local runs, exchanges bounded chunks into received segments, and consolidates segments under a memory-derived merge fan-in F. Only the final merge enters BGZF output. The dashed left arrow is an iteration over new input, not a readback of runs to re-sort them. Temporary extents contain metadata and raw BAM bytes; each icon does not imply a separate file. Some runs may remain resident. Algorithm temporary storage is independent of final rank-body spool.</a:t>
            </a:r>
          </a:p>
          <a:p/>
          <a:p>
            <a:r>
              <a:t>Code: swbam-app/algorithms/sort/swbam_sort_optimized_mpi.cpp; swbam-app/algorithms/collate/swbam_collate_mpi.cpp. Terminology follows standard local sorting, partitioning, data exchange, sorted runs, and multi-way merging, as used in the reference RabbitBAM/RabbitBAM-SORT paper. Visual style follows overleaf/reference/plot.pptx. The diagram summarizes separate Sort/Collate implementations; it does not claim identical code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(a) Shared distributed reordering: six MPI ranks"/>
          <p:cNvSpPr txBox="1"/>
          <p:nvPr/>
        </p:nvSpPr>
        <p:spPr>
          <a:xfrm>
            <a:off x="228600" y="91440"/>
            <a:ext cx="11719560" cy="2438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74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2C36"/>
                </a:solidFill>
                <a:latin typeface="Arial"/>
              </a:rPr>
              <a:t>(a) Distributed sorting and collation (six MPI ranks)</a:t>
            </a:r>
            <a:endParaRPr sz="156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3" name="Shared six-rank processing region"/>
          <p:cNvSpPr/>
          <p:nvPr/>
        </p:nvSpPr>
        <p:spPr>
          <a:xfrm>
            <a:off x="228600" y="434340"/>
            <a:ext cx="11765280" cy="327660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8288">
            <a:solidFill>
              <a:srgbClr val="1739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" name="Read / extract / band"/>
          <p:cNvSpPr/>
          <p:nvPr/>
        </p:nvSpPr>
        <p:spPr>
          <a:xfrm>
            <a:off x="358140" y="556260"/>
            <a:ext cx="2209800" cy="434340"/>
          </a:xfrm>
          <a:prstGeom prst="rect">
            <a:avLst/>
          </a:prstGeom>
          <a:solidFill>
            <a:srgbClr val="DFEED2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ad / extract / title"/>
          <p:cNvSpPr txBox="1"/>
          <p:nvPr/>
        </p:nvSpPr>
        <p:spPr>
          <a:xfrm>
            <a:off x="403860" y="586740"/>
            <a:ext cx="2118360" cy="198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BAM read pipeline</a:t>
            </a:r>
            <a:endParaRPr sz="132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6" name="Read / extract / subtitle"/>
          <p:cNvSpPr txBox="1"/>
          <p:nvPr/>
        </p:nvSpPr>
        <p:spPr>
          <a:xfrm>
            <a:off x="403860" y="792480"/>
            <a:ext cx="2118360" cy="1752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C36"/>
                </a:solidFill>
                <a:latin typeface="Arial"/>
              </a:rPr>
              <a:t>Decode + extract (MPE / CPE)</a:t>
            </a:r>
            <a:endParaRPr sz="102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7" name="Local ordering / band"/>
          <p:cNvSpPr/>
          <p:nvPr/>
        </p:nvSpPr>
        <p:spPr>
          <a:xfrm>
            <a:off x="2819400" y="556260"/>
            <a:ext cx="1935480" cy="434340"/>
          </a:xfrm>
          <a:prstGeom prst="rect">
            <a:avLst/>
          </a:prstGeom>
          <a:solidFill>
            <a:srgbClr val="FFF7CE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cal ordering / title"/>
          <p:cNvSpPr txBox="1"/>
          <p:nvPr/>
        </p:nvSpPr>
        <p:spPr>
          <a:xfrm>
            <a:off x="2865120" y="586740"/>
            <a:ext cx="1844040" cy="198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Local sorting</a:t>
            </a:r>
            <a:endParaRPr lang="en-US" sz="132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9" name="Local ordering / subtitle"/>
          <p:cNvSpPr txBox="1"/>
          <p:nvPr/>
        </p:nvSpPr>
        <p:spPr>
          <a:xfrm>
            <a:off x="2865120" y="792480"/>
            <a:ext cx="1844040" cy="1752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172C36"/>
                </a:solidFill>
                <a:latin typeface="Arial" panose="020B0604020202020204"/>
              </a:rPr>
              <a:t>MPE</a:t>
            </a:r>
            <a:endParaRPr sz="102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10" name="Redistribute / band"/>
          <p:cNvSpPr/>
          <p:nvPr/>
        </p:nvSpPr>
        <p:spPr>
          <a:xfrm>
            <a:off x="4953000" y="556260"/>
            <a:ext cx="1371600" cy="434340"/>
          </a:xfrm>
          <a:prstGeom prst="rect">
            <a:avLst/>
          </a:prstGeom>
          <a:solidFill>
            <a:srgbClr val="D5EDF8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distribute / title"/>
          <p:cNvSpPr txBox="1"/>
          <p:nvPr/>
        </p:nvSpPr>
        <p:spPr>
          <a:xfrm>
            <a:off x="4998720" y="586740"/>
            <a:ext cx="1280160" cy="198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C36"/>
                </a:solidFill>
                <a:latin typeface="Arial"/>
              </a:rPr>
              <a:t>Redistribution</a:t>
            </a:r>
            <a:endParaRPr sz="132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12" name="Redistribute / subtitle"/>
          <p:cNvSpPr txBox="1"/>
          <p:nvPr/>
        </p:nvSpPr>
        <p:spPr>
          <a:xfrm>
            <a:off x="4998720" y="792480"/>
            <a:ext cx="1280160" cy="1752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C36"/>
                </a:solidFill>
                <a:latin typeface="Arial"/>
              </a:rPr>
              <a:t>By destination rank</a:t>
            </a:r>
            <a:endParaRPr sz="102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13" name="Received segments / band"/>
          <p:cNvSpPr/>
          <p:nvPr/>
        </p:nvSpPr>
        <p:spPr>
          <a:xfrm>
            <a:off x="6499860" y="556260"/>
            <a:ext cx="2270760" cy="434340"/>
          </a:xfrm>
          <a:prstGeom prst="rect">
            <a:avLst/>
          </a:prstGeom>
          <a:solidFill>
            <a:srgbClr val="D5EDF8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eived segments / title"/>
          <p:cNvSpPr txBox="1"/>
          <p:nvPr/>
        </p:nvSpPr>
        <p:spPr>
          <a:xfrm>
            <a:off x="6545580" y="586740"/>
            <a:ext cx="2179320" cy="198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Sorted segments</a:t>
            </a:r>
            <a:endParaRPr sz="132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15" name="Received segments / subtitle"/>
          <p:cNvSpPr txBox="1"/>
          <p:nvPr/>
        </p:nvSpPr>
        <p:spPr>
          <a:xfrm>
            <a:off x="6545580" y="792480"/>
            <a:ext cx="2179320" cy="1752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Grouped by source rank</a:t>
            </a:r>
            <a:endParaRPr sz="102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16" name="Merge / BGZF output / band"/>
          <p:cNvSpPr/>
          <p:nvPr/>
        </p:nvSpPr>
        <p:spPr>
          <a:xfrm>
            <a:off x="9227820" y="556260"/>
            <a:ext cx="2598420" cy="434340"/>
          </a:xfrm>
          <a:prstGeom prst="rect">
            <a:avLst/>
          </a:prstGeom>
          <a:solidFill>
            <a:srgbClr val="DFEED2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erge / BGZF output / title"/>
          <p:cNvSpPr txBox="1"/>
          <p:nvPr/>
        </p:nvSpPr>
        <p:spPr>
          <a:xfrm>
            <a:off x="9273540" y="586740"/>
            <a:ext cx="2506980" cy="198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C36"/>
                </a:solidFill>
                <a:latin typeface="Arial"/>
              </a:rPr>
              <a:t>Merge + BAM write pipeline</a:t>
            </a:r>
            <a:endParaRPr lang="en-US" sz="132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18" name="Merge / BGZF output / subtitle"/>
          <p:cNvSpPr txBox="1"/>
          <p:nvPr/>
        </p:nvSpPr>
        <p:spPr>
          <a:xfrm>
            <a:off x="9273540" y="792480"/>
            <a:ext cx="2506980" cy="1752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172C36"/>
                </a:solidFill>
                <a:latin typeface="Arial" panose="020B0604020202020204"/>
              </a:rPr>
              <a:t>MPE / CPE</a:t>
            </a:r>
            <a:endParaRPr sz="102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19" name="Source segment heading 0"/>
          <p:cNvSpPr txBox="1"/>
          <p:nvPr/>
        </p:nvSpPr>
        <p:spPr>
          <a:xfrm>
            <a:off x="6789420" y="1036320"/>
            <a:ext cx="259080" cy="167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s</a:t>
            </a:r>
            <a:r>
              <a:rPr lang="en-US" sz="960" b="0" i="0">
                <a:solidFill>
                  <a:srgbClr val="61727A"/>
                </a:solidFill>
                <a:latin typeface="Arial" panose="020B0604020202020204"/>
              </a:rPr>
              <a:t>rc</a:t>
            </a: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0</a:t>
            </a:r>
            <a:endParaRPr sz="960" b="0" i="0">
              <a:solidFill>
                <a:srgbClr val="61727A"/>
              </a:solidFill>
              <a:latin typeface="Arial" panose="020B0604020202020204"/>
            </a:endParaRPr>
          </a:p>
        </p:txBody>
      </p:sp>
      <p:sp>
        <p:nvSpPr>
          <p:cNvPr id="20" name="Source segment heading 1"/>
          <p:cNvSpPr txBox="1"/>
          <p:nvPr/>
        </p:nvSpPr>
        <p:spPr>
          <a:xfrm>
            <a:off x="7109460" y="1036320"/>
            <a:ext cx="259080" cy="167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s</a:t>
            </a:r>
            <a:r>
              <a:rPr lang="en-US" sz="960" b="0" i="0">
                <a:solidFill>
                  <a:srgbClr val="61727A"/>
                </a:solidFill>
                <a:latin typeface="Arial" panose="020B0604020202020204"/>
              </a:rPr>
              <a:t>rc</a:t>
            </a: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1</a:t>
            </a:r>
            <a:endParaRPr sz="960" b="0" i="0">
              <a:solidFill>
                <a:srgbClr val="61727A"/>
              </a:solidFill>
              <a:latin typeface="Arial" panose="020B0604020202020204"/>
            </a:endParaRPr>
          </a:p>
        </p:txBody>
      </p:sp>
      <p:sp>
        <p:nvSpPr>
          <p:cNvPr id="21" name="Source segment heading 2"/>
          <p:cNvSpPr txBox="1"/>
          <p:nvPr/>
        </p:nvSpPr>
        <p:spPr>
          <a:xfrm>
            <a:off x="7429500" y="1036320"/>
            <a:ext cx="259080" cy="167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s</a:t>
            </a:r>
            <a:r>
              <a:rPr lang="en-US" sz="960" b="0" i="0">
                <a:solidFill>
                  <a:srgbClr val="61727A"/>
                </a:solidFill>
                <a:latin typeface="Arial" panose="020B0604020202020204"/>
              </a:rPr>
              <a:t>rc</a:t>
            </a: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2</a:t>
            </a:r>
            <a:endParaRPr sz="960" b="0" i="0">
              <a:solidFill>
                <a:srgbClr val="61727A"/>
              </a:solidFill>
              <a:latin typeface="Arial" panose="020B0604020202020204"/>
            </a:endParaRPr>
          </a:p>
        </p:txBody>
      </p:sp>
      <p:sp>
        <p:nvSpPr>
          <p:cNvPr id="22" name="Source segment heading 3"/>
          <p:cNvSpPr txBox="1"/>
          <p:nvPr/>
        </p:nvSpPr>
        <p:spPr>
          <a:xfrm>
            <a:off x="7749540" y="1036320"/>
            <a:ext cx="259080" cy="167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s</a:t>
            </a:r>
            <a:r>
              <a:rPr lang="en-US" sz="960" b="0" i="0">
                <a:solidFill>
                  <a:srgbClr val="61727A"/>
                </a:solidFill>
                <a:latin typeface="Arial" panose="020B0604020202020204"/>
              </a:rPr>
              <a:t>rc</a:t>
            </a: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3</a:t>
            </a:r>
            <a:endParaRPr sz="960" b="0" i="0">
              <a:solidFill>
                <a:srgbClr val="61727A"/>
              </a:solidFill>
              <a:latin typeface="Arial" panose="020B0604020202020204"/>
            </a:endParaRPr>
          </a:p>
        </p:txBody>
      </p:sp>
      <p:sp>
        <p:nvSpPr>
          <p:cNvPr id="23" name="Source segment heading 4"/>
          <p:cNvSpPr txBox="1"/>
          <p:nvPr/>
        </p:nvSpPr>
        <p:spPr>
          <a:xfrm>
            <a:off x="8069579" y="1036320"/>
            <a:ext cx="259080" cy="167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s</a:t>
            </a:r>
            <a:r>
              <a:rPr lang="en-US" sz="960" b="0" i="0">
                <a:solidFill>
                  <a:srgbClr val="61727A"/>
                </a:solidFill>
                <a:latin typeface="Arial" panose="020B0604020202020204"/>
              </a:rPr>
              <a:t>rc</a:t>
            </a: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4</a:t>
            </a:r>
            <a:endParaRPr sz="960" b="0" i="0">
              <a:solidFill>
                <a:srgbClr val="61727A"/>
              </a:solidFill>
              <a:latin typeface="Arial" panose="020B0604020202020204"/>
            </a:endParaRPr>
          </a:p>
        </p:txBody>
      </p:sp>
      <p:sp>
        <p:nvSpPr>
          <p:cNvPr id="24" name="Source segment heading 5"/>
          <p:cNvSpPr txBox="1"/>
          <p:nvPr/>
        </p:nvSpPr>
        <p:spPr>
          <a:xfrm>
            <a:off x="8389620" y="1036320"/>
            <a:ext cx="259080" cy="167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s</a:t>
            </a:r>
            <a:r>
              <a:rPr lang="en-US" sz="960" b="0" i="0">
                <a:solidFill>
                  <a:srgbClr val="61727A"/>
                </a:solidFill>
                <a:latin typeface="Arial" panose="020B0604020202020204"/>
              </a:rPr>
              <a:t>rc</a:t>
            </a:r>
            <a:r>
              <a:rPr sz="960" b="0" i="0">
                <a:solidFill>
                  <a:srgbClr val="61727A"/>
                </a:solidFill>
                <a:latin typeface="Arial" panose="020B0604020202020204"/>
              </a:rPr>
              <a:t>5</a:t>
            </a:r>
            <a:endParaRPr sz="960" b="0" i="0">
              <a:solidFill>
                <a:srgbClr val="61727A"/>
              </a:solidFill>
              <a:latin typeface="Arial" panose="020B0604020202020204"/>
            </a:endParaRPr>
          </a:p>
        </p:txBody>
      </p:sp>
      <p:sp>
        <p:nvSpPr>
          <p:cNvPr id="25" name="Source rank 0"/>
          <p:cNvSpPr txBox="1"/>
          <p:nvPr/>
        </p:nvSpPr>
        <p:spPr>
          <a:xfrm>
            <a:off x="358140" y="125730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r0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28" name="Unordered rank 0 / 0 [editable group]"/>
          <p:cNvGrpSpPr/>
          <p:nvPr/>
        </p:nvGrpSpPr>
        <p:grpSpPr>
          <a:xfrm>
            <a:off x="723900" y="1264920"/>
            <a:ext cx="259080" cy="213360"/>
            <a:chOff x="723900" y="1264920"/>
            <a:chExt cx="259080" cy="213360"/>
          </a:xfrm>
        </p:grpSpPr>
        <p:sp>
          <p:nvSpPr>
            <p:cNvPr id="26" name="Unordered rank 0 / 0"/>
            <p:cNvSpPr/>
            <p:nvPr/>
          </p:nvSpPr>
          <p:spPr>
            <a:xfrm>
              <a:off x="723900" y="1264920"/>
              <a:ext cx="259080" cy="213360"/>
            </a:xfrm>
            <a:prstGeom prst="rect">
              <a:avLst/>
            </a:prstGeom>
            <a:solidFill>
              <a:srgbClr val="DCD6F0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Unordered rank 0 / 0 / label"/>
            <p:cNvSpPr txBox="1"/>
            <p:nvPr/>
          </p:nvSpPr>
          <p:spPr>
            <a:xfrm>
              <a:off x="76962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1" name="Unordered rank 0 / 1 [editable group]"/>
          <p:cNvGrpSpPr/>
          <p:nvPr/>
        </p:nvGrpSpPr>
        <p:grpSpPr>
          <a:xfrm>
            <a:off x="1013460" y="1264920"/>
            <a:ext cx="259080" cy="213360"/>
            <a:chOff x="1013460" y="1264920"/>
            <a:chExt cx="259080" cy="213360"/>
          </a:xfrm>
        </p:grpSpPr>
        <p:sp>
          <p:nvSpPr>
            <p:cNvPr id="29" name="Unordered rank 0 / 1"/>
            <p:cNvSpPr/>
            <p:nvPr/>
          </p:nvSpPr>
          <p:spPr>
            <a:xfrm>
              <a:off x="1013460" y="1264920"/>
              <a:ext cx="259080" cy="213360"/>
            </a:xfrm>
            <a:prstGeom prst="rect">
              <a:avLst/>
            </a:prstGeom>
            <a:solidFill>
              <a:srgbClr val="DAEBCB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Unordered rank 0 / 1 / label"/>
            <p:cNvSpPr txBox="1"/>
            <p:nvPr/>
          </p:nvSpPr>
          <p:spPr>
            <a:xfrm>
              <a:off x="105918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4" name="Unordered rank 0 / 2 [editable group]"/>
          <p:cNvGrpSpPr/>
          <p:nvPr/>
        </p:nvGrpSpPr>
        <p:grpSpPr>
          <a:xfrm>
            <a:off x="1303020" y="1264920"/>
            <a:ext cx="259080" cy="213360"/>
            <a:chOff x="1303020" y="1264920"/>
            <a:chExt cx="259080" cy="213360"/>
          </a:xfrm>
        </p:grpSpPr>
        <p:sp>
          <p:nvSpPr>
            <p:cNvPr id="32" name="Unordered rank 0 / 2"/>
            <p:cNvSpPr/>
            <p:nvPr/>
          </p:nvSpPr>
          <p:spPr>
            <a:xfrm>
              <a:off x="1303020" y="1264920"/>
              <a:ext cx="259080" cy="213360"/>
            </a:xfrm>
            <a:prstGeom prst="rect">
              <a:avLst/>
            </a:prstGeom>
            <a:solidFill>
              <a:srgbClr val="F4CFD5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Unordered rank 0 / 2 / label"/>
            <p:cNvSpPr txBox="1"/>
            <p:nvPr/>
          </p:nvSpPr>
          <p:spPr>
            <a:xfrm>
              <a:off x="134874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7" name="Unordered rank 0 / 3 [editable group]"/>
          <p:cNvGrpSpPr/>
          <p:nvPr/>
        </p:nvGrpSpPr>
        <p:grpSpPr>
          <a:xfrm>
            <a:off x="1592580" y="1264920"/>
            <a:ext cx="259080" cy="213360"/>
            <a:chOff x="1592580" y="1264920"/>
            <a:chExt cx="259080" cy="213360"/>
          </a:xfrm>
        </p:grpSpPr>
        <p:sp>
          <p:nvSpPr>
            <p:cNvPr id="35" name="Unordered rank 0 / 3"/>
            <p:cNvSpPr/>
            <p:nvPr/>
          </p:nvSpPr>
          <p:spPr>
            <a:xfrm>
              <a:off x="1592580" y="1264920"/>
              <a:ext cx="259080" cy="213360"/>
            </a:xfrm>
            <a:prstGeom prst="rect">
              <a:avLst/>
            </a:prstGeom>
            <a:solidFill>
              <a:srgbClr val="CBEAF7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Unordered rank 0 / 3 / label"/>
            <p:cNvSpPr txBox="1"/>
            <p:nvPr/>
          </p:nvSpPr>
          <p:spPr>
            <a:xfrm>
              <a:off x="163830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40" name="Unordered rank 0 / 4 [editable group]"/>
          <p:cNvGrpSpPr/>
          <p:nvPr/>
        </p:nvGrpSpPr>
        <p:grpSpPr>
          <a:xfrm>
            <a:off x="1882139" y="1264920"/>
            <a:ext cx="259080" cy="213360"/>
            <a:chOff x="1882139" y="1264920"/>
            <a:chExt cx="259080" cy="213360"/>
          </a:xfrm>
        </p:grpSpPr>
        <p:sp>
          <p:nvSpPr>
            <p:cNvPr id="38" name="Unordered rank 0 / 4"/>
            <p:cNvSpPr/>
            <p:nvPr/>
          </p:nvSpPr>
          <p:spPr>
            <a:xfrm>
              <a:off x="1882139" y="1264920"/>
              <a:ext cx="259080" cy="213360"/>
            </a:xfrm>
            <a:prstGeom prst="rect">
              <a:avLst/>
            </a:prstGeom>
            <a:solidFill>
              <a:srgbClr val="FAD9BF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Unordered rank 0 / 4 / label"/>
            <p:cNvSpPr txBox="1"/>
            <p:nvPr/>
          </p:nvSpPr>
          <p:spPr>
            <a:xfrm>
              <a:off x="192786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Unordered rank 0 / 5 [editable group]"/>
          <p:cNvGrpSpPr/>
          <p:nvPr/>
        </p:nvGrpSpPr>
        <p:grpSpPr>
          <a:xfrm>
            <a:off x="2171700" y="1264920"/>
            <a:ext cx="259080" cy="213360"/>
            <a:chOff x="2171700" y="1264920"/>
            <a:chExt cx="259080" cy="213360"/>
          </a:xfrm>
        </p:grpSpPr>
        <p:sp>
          <p:nvSpPr>
            <p:cNvPr id="41" name="Unordered rank 0 / 5"/>
            <p:cNvSpPr/>
            <p:nvPr/>
          </p:nvSpPr>
          <p:spPr>
            <a:xfrm>
              <a:off x="2171700" y="1264920"/>
              <a:ext cx="259080" cy="213360"/>
            </a:xfrm>
            <a:prstGeom prst="rect">
              <a:avLst/>
            </a:prstGeom>
            <a:solidFill>
              <a:srgbClr val="FFF5C2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Unordered rank 0 / 5 / label"/>
            <p:cNvSpPr txBox="1"/>
            <p:nvPr/>
          </p:nvSpPr>
          <p:spPr>
            <a:xfrm>
              <a:off x="221742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44" name="Local ordering rank 0 / segment 0"/>
          <p:cNvCxnSpPr/>
          <p:nvPr/>
        </p:nvCxnSpPr>
        <p:spPr>
          <a:xfrm>
            <a:off x="2476500" y="137160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Owner-ordered rank 0 / 0 [editable group]"/>
          <p:cNvGrpSpPr/>
          <p:nvPr/>
        </p:nvGrpSpPr>
        <p:grpSpPr>
          <a:xfrm>
            <a:off x="2895600" y="1264920"/>
            <a:ext cx="259080" cy="213360"/>
            <a:chOff x="2895600" y="1264920"/>
            <a:chExt cx="259080" cy="213360"/>
          </a:xfrm>
        </p:grpSpPr>
        <p:sp>
          <p:nvSpPr>
            <p:cNvPr id="45" name="Owner-ordered rank 0 / 0"/>
            <p:cNvSpPr/>
            <p:nvPr/>
          </p:nvSpPr>
          <p:spPr>
            <a:xfrm>
              <a:off x="2895600" y="1264920"/>
              <a:ext cx="259080" cy="213360"/>
            </a:xfrm>
            <a:prstGeom prst="rect">
              <a:avLst/>
            </a:prstGeom>
            <a:solidFill>
              <a:srgbClr val="CBEAF7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n>
                  <a:noFill/>
                </a:ln>
              </a:endParaRPr>
            </a:p>
          </p:txBody>
        </p:sp>
        <p:sp>
          <p:nvSpPr>
            <p:cNvPr id="46" name="Owner-ordered rank 0 / 0 / label"/>
            <p:cNvSpPr txBox="1"/>
            <p:nvPr/>
          </p:nvSpPr>
          <p:spPr>
            <a:xfrm>
              <a:off x="2941320" y="1287780"/>
              <a:ext cx="167640" cy="167640"/>
            </a:xfrm>
            <a:prstGeom prst="rect">
              <a:avLst/>
            </a:prstGeom>
            <a:noFill/>
            <a:ln w="18288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ln>
                    <a:noFill/>
                  </a:ln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ln>
                  <a:noFill/>
                </a:ln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50" name="Owner-ordered rank 0 / 1 [editable group]"/>
          <p:cNvGrpSpPr/>
          <p:nvPr/>
        </p:nvGrpSpPr>
        <p:grpSpPr>
          <a:xfrm>
            <a:off x="3185160" y="1264920"/>
            <a:ext cx="259080" cy="213360"/>
            <a:chOff x="3185160" y="1264920"/>
            <a:chExt cx="259080" cy="213360"/>
          </a:xfrm>
        </p:grpSpPr>
        <p:sp>
          <p:nvSpPr>
            <p:cNvPr id="48" name="Owner-ordered rank 0 / 1"/>
            <p:cNvSpPr/>
            <p:nvPr/>
          </p:nvSpPr>
          <p:spPr>
            <a:xfrm>
              <a:off x="3185160" y="1264920"/>
              <a:ext cx="259080" cy="213360"/>
            </a:xfrm>
            <a:prstGeom prst="rect">
              <a:avLst/>
            </a:prstGeom>
            <a:solidFill>
              <a:srgbClr val="DAEBCB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wner-ordered rank 0 / 1 / label"/>
            <p:cNvSpPr txBox="1"/>
            <p:nvPr/>
          </p:nvSpPr>
          <p:spPr>
            <a:xfrm>
              <a:off x="3230880" y="1287780"/>
              <a:ext cx="167640" cy="167640"/>
            </a:xfrm>
            <a:prstGeom prst="rect">
              <a:avLst/>
            </a:prstGeom>
            <a:noFill/>
            <a:ln w="18288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53" name="Owner-ordered rank 0 / 2 [editable group]"/>
          <p:cNvGrpSpPr/>
          <p:nvPr/>
        </p:nvGrpSpPr>
        <p:grpSpPr>
          <a:xfrm>
            <a:off x="3474720" y="1264920"/>
            <a:ext cx="259080" cy="213360"/>
            <a:chOff x="3474720" y="1264920"/>
            <a:chExt cx="259080" cy="213360"/>
          </a:xfrm>
        </p:grpSpPr>
        <p:sp>
          <p:nvSpPr>
            <p:cNvPr id="51" name="Owner-ordered rank 0 / 2"/>
            <p:cNvSpPr/>
            <p:nvPr/>
          </p:nvSpPr>
          <p:spPr>
            <a:xfrm>
              <a:off x="3474720" y="1264920"/>
              <a:ext cx="259080" cy="213360"/>
            </a:xfrm>
            <a:prstGeom prst="rect">
              <a:avLst/>
            </a:prstGeom>
            <a:solidFill>
              <a:srgbClr val="FFF5C2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wner-ordered rank 0 / 2 / label"/>
            <p:cNvSpPr txBox="1"/>
            <p:nvPr/>
          </p:nvSpPr>
          <p:spPr>
            <a:xfrm>
              <a:off x="3520440" y="1287780"/>
              <a:ext cx="167640" cy="167640"/>
            </a:xfrm>
            <a:prstGeom prst="rect">
              <a:avLst/>
            </a:prstGeom>
            <a:noFill/>
            <a:ln w="18288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56" name="Owner-ordered rank 0 / 3 [editable group]"/>
          <p:cNvGrpSpPr/>
          <p:nvPr/>
        </p:nvGrpSpPr>
        <p:grpSpPr>
          <a:xfrm>
            <a:off x="3764279" y="1264920"/>
            <a:ext cx="259080" cy="213360"/>
            <a:chOff x="3764279" y="1264920"/>
            <a:chExt cx="259080" cy="213360"/>
          </a:xfrm>
        </p:grpSpPr>
        <p:sp>
          <p:nvSpPr>
            <p:cNvPr id="54" name="Owner-ordered rank 0 / 3"/>
            <p:cNvSpPr/>
            <p:nvPr/>
          </p:nvSpPr>
          <p:spPr>
            <a:xfrm>
              <a:off x="3764279" y="1264920"/>
              <a:ext cx="259080" cy="213360"/>
            </a:xfrm>
            <a:prstGeom prst="rect">
              <a:avLst/>
            </a:prstGeom>
            <a:solidFill>
              <a:srgbClr val="FAD9BF"/>
            </a:solidFill>
            <a:ln w="19050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wner-ordered rank 0 / 3 / label"/>
            <p:cNvSpPr txBox="1"/>
            <p:nvPr/>
          </p:nvSpPr>
          <p:spPr>
            <a:xfrm>
              <a:off x="381000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59" name="Owner-ordered rank 0 / 4 [editable group]"/>
          <p:cNvGrpSpPr/>
          <p:nvPr/>
        </p:nvGrpSpPr>
        <p:grpSpPr>
          <a:xfrm>
            <a:off x="4053840" y="1264920"/>
            <a:ext cx="259080" cy="213360"/>
            <a:chOff x="4053840" y="1264920"/>
            <a:chExt cx="259080" cy="213360"/>
          </a:xfrm>
        </p:grpSpPr>
        <p:sp>
          <p:nvSpPr>
            <p:cNvPr id="57" name="Owner-ordered rank 0 / 4"/>
            <p:cNvSpPr/>
            <p:nvPr/>
          </p:nvSpPr>
          <p:spPr>
            <a:xfrm>
              <a:off x="4053840" y="1264920"/>
              <a:ext cx="259080" cy="213360"/>
            </a:xfrm>
            <a:prstGeom prst="rect">
              <a:avLst/>
            </a:prstGeom>
            <a:solidFill>
              <a:srgbClr val="DCD6F0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wner-ordered rank 0 / 4 / label"/>
            <p:cNvSpPr txBox="1"/>
            <p:nvPr/>
          </p:nvSpPr>
          <p:spPr>
            <a:xfrm>
              <a:off x="409956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62" name="Owner-ordered rank 0 / 5 [editable group]"/>
          <p:cNvGrpSpPr/>
          <p:nvPr/>
        </p:nvGrpSpPr>
        <p:grpSpPr>
          <a:xfrm>
            <a:off x="4343400" y="1264920"/>
            <a:ext cx="259080" cy="213360"/>
            <a:chOff x="4343400" y="1264920"/>
            <a:chExt cx="259080" cy="213360"/>
          </a:xfrm>
        </p:grpSpPr>
        <p:sp>
          <p:nvSpPr>
            <p:cNvPr id="60" name="Owner-ordered rank 0 / 5"/>
            <p:cNvSpPr/>
            <p:nvPr/>
          </p:nvSpPr>
          <p:spPr>
            <a:xfrm>
              <a:off x="4343400" y="1264920"/>
              <a:ext cx="259080" cy="213360"/>
            </a:xfrm>
            <a:prstGeom prst="rect">
              <a:avLst/>
            </a:prstGeom>
            <a:solidFill>
              <a:srgbClr val="F4CFD5"/>
            </a:solidFill>
            <a:ln w="18288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wner-ordered rank 0 / 5 / label"/>
            <p:cNvSpPr txBox="1"/>
            <p:nvPr/>
          </p:nvSpPr>
          <p:spPr>
            <a:xfrm>
              <a:off x="438912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63" name="Destination rank 0"/>
          <p:cNvSpPr txBox="1"/>
          <p:nvPr/>
        </p:nvSpPr>
        <p:spPr>
          <a:xfrm>
            <a:off x="6438900" y="125730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r0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64" name="Rank 0 segment from source 0"/>
          <p:cNvSpPr/>
          <p:nvPr/>
        </p:nvSpPr>
        <p:spPr>
          <a:xfrm>
            <a:off x="6789420" y="1264920"/>
            <a:ext cx="259080" cy="213360"/>
          </a:xfrm>
          <a:prstGeom prst="rect">
            <a:avLst/>
          </a:prstGeom>
          <a:solidFill>
            <a:srgbClr val="CBEAF7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Rank 0 segment from source 0 / records 0 / segment 0"/>
          <p:cNvCxnSpPr/>
          <p:nvPr/>
        </p:nvCxnSpPr>
        <p:spPr>
          <a:xfrm>
            <a:off x="683514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Rank 0 segment from source 0 / records 1 / segment 0"/>
          <p:cNvCxnSpPr/>
          <p:nvPr/>
        </p:nvCxnSpPr>
        <p:spPr>
          <a:xfrm>
            <a:off x="683514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ank 0 segment from source 1"/>
          <p:cNvSpPr/>
          <p:nvPr/>
        </p:nvSpPr>
        <p:spPr>
          <a:xfrm>
            <a:off x="7109460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Rank 0 segment from source 1 / records 0 / segment 0"/>
          <p:cNvCxnSpPr/>
          <p:nvPr/>
        </p:nvCxnSpPr>
        <p:spPr>
          <a:xfrm>
            <a:off x="715518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Rank 0 segment from source 1 / records 1 / segment 0"/>
          <p:cNvCxnSpPr/>
          <p:nvPr/>
        </p:nvCxnSpPr>
        <p:spPr>
          <a:xfrm>
            <a:off x="715518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ank 0 segment from source 2"/>
          <p:cNvSpPr/>
          <p:nvPr/>
        </p:nvSpPr>
        <p:spPr>
          <a:xfrm>
            <a:off x="7429500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Rank 0 segment from source 2 / records 0 / segment 0"/>
          <p:cNvCxnSpPr/>
          <p:nvPr/>
        </p:nvCxnSpPr>
        <p:spPr>
          <a:xfrm>
            <a:off x="7475220" y="133350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Rank 0 segment from source 2 / records 1 / segment 0"/>
          <p:cNvCxnSpPr/>
          <p:nvPr/>
        </p:nvCxnSpPr>
        <p:spPr>
          <a:xfrm>
            <a:off x="7475220" y="140208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ank 0 segment from source 3"/>
          <p:cNvSpPr/>
          <p:nvPr/>
        </p:nvSpPr>
        <p:spPr>
          <a:xfrm>
            <a:off x="7749540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Rank 0 segment from source 3 / records 0 / segment 0"/>
          <p:cNvCxnSpPr/>
          <p:nvPr/>
        </p:nvCxnSpPr>
        <p:spPr>
          <a:xfrm>
            <a:off x="779526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Rank 0 segment from source 3 / records 1 / segment 0"/>
          <p:cNvCxnSpPr/>
          <p:nvPr/>
        </p:nvCxnSpPr>
        <p:spPr>
          <a:xfrm>
            <a:off x="779526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ank 0 segment from source 4"/>
          <p:cNvSpPr/>
          <p:nvPr/>
        </p:nvSpPr>
        <p:spPr>
          <a:xfrm>
            <a:off x="8069579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Rank 0 segment from source 4 / records 0 / segment 0"/>
          <p:cNvCxnSpPr/>
          <p:nvPr/>
        </p:nvCxnSpPr>
        <p:spPr>
          <a:xfrm>
            <a:off x="811530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Rank 0 segment from source 4 / records 1 / segment 0"/>
          <p:cNvCxnSpPr/>
          <p:nvPr/>
        </p:nvCxnSpPr>
        <p:spPr>
          <a:xfrm>
            <a:off x="811530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ank 0 segment from source 5"/>
          <p:cNvSpPr/>
          <p:nvPr/>
        </p:nvSpPr>
        <p:spPr>
          <a:xfrm>
            <a:off x="8389620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Rank 0 segment from source 5 / records 0 / segment 0"/>
          <p:cNvCxnSpPr/>
          <p:nvPr/>
        </p:nvCxnSpPr>
        <p:spPr>
          <a:xfrm>
            <a:off x="843534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Rank 0 segment from source 5 / records 1 / segment 0"/>
          <p:cNvCxnSpPr/>
          <p:nvPr/>
        </p:nvCxnSpPr>
        <p:spPr>
          <a:xfrm>
            <a:off x="843534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Merge rank 0 / segment 0"/>
          <p:cNvCxnSpPr/>
          <p:nvPr/>
        </p:nvCxnSpPr>
        <p:spPr>
          <a:xfrm>
            <a:off x="8709660" y="137160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ank 0 merged record group 0"/>
          <p:cNvSpPr/>
          <p:nvPr/>
        </p:nvSpPr>
        <p:spPr>
          <a:xfrm>
            <a:off x="933450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ank 0 merged record group 1"/>
          <p:cNvSpPr/>
          <p:nvPr/>
        </p:nvSpPr>
        <p:spPr>
          <a:xfrm>
            <a:off x="955548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ank 0 merged record group 2"/>
          <p:cNvSpPr/>
          <p:nvPr/>
        </p:nvSpPr>
        <p:spPr>
          <a:xfrm>
            <a:off x="977646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ank 0 merged record group 3"/>
          <p:cNvSpPr/>
          <p:nvPr/>
        </p:nvSpPr>
        <p:spPr>
          <a:xfrm>
            <a:off x="999744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ank 0 merged record group 4"/>
          <p:cNvSpPr/>
          <p:nvPr/>
        </p:nvSpPr>
        <p:spPr>
          <a:xfrm>
            <a:off x="1021842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ank 0 merged record group 5"/>
          <p:cNvSpPr/>
          <p:nvPr/>
        </p:nvSpPr>
        <p:spPr>
          <a:xfrm>
            <a:off x="1043940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mpress rank 0 / segment 0"/>
          <p:cNvCxnSpPr/>
          <p:nvPr/>
        </p:nvCxnSpPr>
        <p:spPr>
          <a:xfrm>
            <a:off x="10721340" y="137160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Rank body 0 [editable group]"/>
          <p:cNvGrpSpPr/>
          <p:nvPr/>
        </p:nvGrpSpPr>
        <p:grpSpPr>
          <a:xfrm>
            <a:off x="11079480" y="1264920"/>
            <a:ext cx="647700" cy="213360"/>
            <a:chOff x="11079480" y="1264920"/>
            <a:chExt cx="647700" cy="213360"/>
          </a:xfrm>
        </p:grpSpPr>
        <p:sp>
          <p:nvSpPr>
            <p:cNvPr id="90" name="Rank body 0"/>
            <p:cNvSpPr/>
            <p:nvPr/>
          </p:nvSpPr>
          <p:spPr>
            <a:xfrm>
              <a:off x="11079480" y="126492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ank body 0 / label"/>
            <p:cNvSpPr txBox="1"/>
            <p:nvPr/>
          </p:nvSpPr>
          <p:spPr>
            <a:xfrm>
              <a:off x="11125200" y="1287780"/>
              <a:ext cx="55626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0" i="0">
                  <a:solidFill>
                    <a:srgbClr val="172C36"/>
                  </a:solidFill>
                  <a:latin typeface="Arial" panose="020B0604020202020204"/>
                </a:rPr>
                <a:t>body 0</a:t>
              </a:r>
              <a:endParaRPr sz="102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93" name="Source rank 1"/>
          <p:cNvSpPr txBox="1"/>
          <p:nvPr/>
        </p:nvSpPr>
        <p:spPr>
          <a:xfrm>
            <a:off x="358140" y="158496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r1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96" name="Unordered rank 1 / 0 [editable group]"/>
          <p:cNvGrpSpPr/>
          <p:nvPr/>
        </p:nvGrpSpPr>
        <p:grpSpPr>
          <a:xfrm>
            <a:off x="723900" y="1592580"/>
            <a:ext cx="259080" cy="213360"/>
            <a:chOff x="723900" y="1592580"/>
            <a:chExt cx="259080" cy="213360"/>
          </a:xfrm>
        </p:grpSpPr>
        <p:sp>
          <p:nvSpPr>
            <p:cNvPr id="94" name="Unordered rank 1 / 0"/>
            <p:cNvSpPr/>
            <p:nvPr/>
          </p:nvSpPr>
          <p:spPr>
            <a:xfrm>
              <a:off x="723900" y="159258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Unordered rank 1 / 0 / label"/>
            <p:cNvSpPr txBox="1"/>
            <p:nvPr/>
          </p:nvSpPr>
          <p:spPr>
            <a:xfrm>
              <a:off x="76962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99" name="Unordered rank 1 / 1 [editable group]"/>
          <p:cNvGrpSpPr/>
          <p:nvPr/>
        </p:nvGrpSpPr>
        <p:grpSpPr>
          <a:xfrm>
            <a:off x="1013460" y="1592580"/>
            <a:ext cx="259080" cy="213360"/>
            <a:chOff x="1013460" y="1592580"/>
            <a:chExt cx="259080" cy="213360"/>
          </a:xfrm>
        </p:grpSpPr>
        <p:sp>
          <p:nvSpPr>
            <p:cNvPr id="97" name="Unordered rank 1 / 1"/>
            <p:cNvSpPr/>
            <p:nvPr/>
          </p:nvSpPr>
          <p:spPr>
            <a:xfrm>
              <a:off x="1013460" y="159258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Unordered rank 1 / 1 / label"/>
            <p:cNvSpPr txBox="1"/>
            <p:nvPr/>
          </p:nvSpPr>
          <p:spPr>
            <a:xfrm>
              <a:off x="105918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02" name="Unordered rank 1 / 2 [editable group]"/>
          <p:cNvGrpSpPr/>
          <p:nvPr/>
        </p:nvGrpSpPr>
        <p:grpSpPr>
          <a:xfrm>
            <a:off x="1303020" y="1592580"/>
            <a:ext cx="259080" cy="213360"/>
            <a:chOff x="1303020" y="1592580"/>
            <a:chExt cx="259080" cy="213360"/>
          </a:xfrm>
        </p:grpSpPr>
        <p:sp>
          <p:nvSpPr>
            <p:cNvPr id="100" name="Unordered rank 1 / 2"/>
            <p:cNvSpPr/>
            <p:nvPr/>
          </p:nvSpPr>
          <p:spPr>
            <a:xfrm>
              <a:off x="1303020" y="159258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Unordered rank 1 / 2 / label"/>
            <p:cNvSpPr txBox="1"/>
            <p:nvPr/>
          </p:nvSpPr>
          <p:spPr>
            <a:xfrm>
              <a:off x="134874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05" name="Unordered rank 1 / 3 [editable group]"/>
          <p:cNvGrpSpPr/>
          <p:nvPr/>
        </p:nvGrpSpPr>
        <p:grpSpPr>
          <a:xfrm>
            <a:off x="1592580" y="1592580"/>
            <a:ext cx="259080" cy="213360"/>
            <a:chOff x="1592580" y="1592580"/>
            <a:chExt cx="259080" cy="213360"/>
          </a:xfrm>
        </p:grpSpPr>
        <p:sp>
          <p:nvSpPr>
            <p:cNvPr id="103" name="Unordered rank 1 / 3"/>
            <p:cNvSpPr/>
            <p:nvPr/>
          </p:nvSpPr>
          <p:spPr>
            <a:xfrm>
              <a:off x="1592580" y="159258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Unordered rank 1 / 3 / label"/>
            <p:cNvSpPr txBox="1"/>
            <p:nvPr/>
          </p:nvSpPr>
          <p:spPr>
            <a:xfrm>
              <a:off x="163830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08" name="Unordered rank 1 / 4 [editable group]"/>
          <p:cNvGrpSpPr/>
          <p:nvPr/>
        </p:nvGrpSpPr>
        <p:grpSpPr>
          <a:xfrm>
            <a:off x="1882139" y="1592580"/>
            <a:ext cx="259080" cy="213360"/>
            <a:chOff x="1882139" y="1592580"/>
            <a:chExt cx="259080" cy="213360"/>
          </a:xfrm>
        </p:grpSpPr>
        <p:sp>
          <p:nvSpPr>
            <p:cNvPr id="106" name="Unordered rank 1 / 4"/>
            <p:cNvSpPr/>
            <p:nvPr/>
          </p:nvSpPr>
          <p:spPr>
            <a:xfrm>
              <a:off x="1882139" y="159258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Unordered rank 1 / 4 / label"/>
            <p:cNvSpPr txBox="1"/>
            <p:nvPr/>
          </p:nvSpPr>
          <p:spPr>
            <a:xfrm>
              <a:off x="192786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11" name="Unordered rank 1 / 5 [editable group]"/>
          <p:cNvGrpSpPr/>
          <p:nvPr/>
        </p:nvGrpSpPr>
        <p:grpSpPr>
          <a:xfrm>
            <a:off x="2171700" y="1592580"/>
            <a:ext cx="259080" cy="213360"/>
            <a:chOff x="2171700" y="1592580"/>
            <a:chExt cx="259080" cy="213360"/>
          </a:xfrm>
        </p:grpSpPr>
        <p:sp>
          <p:nvSpPr>
            <p:cNvPr id="109" name="Unordered rank 1 / 5"/>
            <p:cNvSpPr/>
            <p:nvPr/>
          </p:nvSpPr>
          <p:spPr>
            <a:xfrm>
              <a:off x="2171700" y="159258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Unordered rank 1 / 5 / label"/>
            <p:cNvSpPr txBox="1"/>
            <p:nvPr/>
          </p:nvSpPr>
          <p:spPr>
            <a:xfrm>
              <a:off x="221742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112" name="Local ordering rank 1 / segment 0"/>
          <p:cNvCxnSpPr/>
          <p:nvPr/>
        </p:nvCxnSpPr>
        <p:spPr>
          <a:xfrm>
            <a:off x="2476500" y="169926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5" name="Owner-ordered rank 1 / 0 [editable group]"/>
          <p:cNvGrpSpPr/>
          <p:nvPr/>
        </p:nvGrpSpPr>
        <p:grpSpPr>
          <a:xfrm>
            <a:off x="2895600" y="1592580"/>
            <a:ext cx="259080" cy="213360"/>
            <a:chOff x="2895600" y="1592580"/>
            <a:chExt cx="259080" cy="213360"/>
          </a:xfrm>
        </p:grpSpPr>
        <p:sp>
          <p:nvSpPr>
            <p:cNvPr id="113" name="Owner-ordered rank 1 / 0"/>
            <p:cNvSpPr/>
            <p:nvPr/>
          </p:nvSpPr>
          <p:spPr>
            <a:xfrm>
              <a:off x="2895600" y="159258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wner-ordered rank 1 / 0 / label"/>
            <p:cNvSpPr txBox="1"/>
            <p:nvPr/>
          </p:nvSpPr>
          <p:spPr>
            <a:xfrm>
              <a:off x="294132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18" name="Owner-ordered rank 1 / 1 [editable group]"/>
          <p:cNvGrpSpPr/>
          <p:nvPr/>
        </p:nvGrpSpPr>
        <p:grpSpPr>
          <a:xfrm>
            <a:off x="3185160" y="1592580"/>
            <a:ext cx="259080" cy="213360"/>
            <a:chOff x="3185160" y="1592580"/>
            <a:chExt cx="259080" cy="213360"/>
          </a:xfrm>
        </p:grpSpPr>
        <p:sp>
          <p:nvSpPr>
            <p:cNvPr id="116" name="Owner-ordered rank 1 / 1"/>
            <p:cNvSpPr/>
            <p:nvPr/>
          </p:nvSpPr>
          <p:spPr>
            <a:xfrm>
              <a:off x="3185160" y="159258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wner-ordered rank 1 / 1 / label"/>
            <p:cNvSpPr txBox="1"/>
            <p:nvPr/>
          </p:nvSpPr>
          <p:spPr>
            <a:xfrm>
              <a:off x="323088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21" name="Owner-ordered rank 1 / 2 [editable group]"/>
          <p:cNvGrpSpPr/>
          <p:nvPr/>
        </p:nvGrpSpPr>
        <p:grpSpPr>
          <a:xfrm>
            <a:off x="3474720" y="1592580"/>
            <a:ext cx="259080" cy="213360"/>
            <a:chOff x="3474720" y="1592580"/>
            <a:chExt cx="259080" cy="213360"/>
          </a:xfrm>
        </p:grpSpPr>
        <p:sp>
          <p:nvSpPr>
            <p:cNvPr id="119" name="Owner-ordered rank 1 / 2"/>
            <p:cNvSpPr/>
            <p:nvPr/>
          </p:nvSpPr>
          <p:spPr>
            <a:xfrm>
              <a:off x="3474720" y="159258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wner-ordered rank 1 / 2 / label"/>
            <p:cNvSpPr txBox="1"/>
            <p:nvPr/>
          </p:nvSpPr>
          <p:spPr>
            <a:xfrm>
              <a:off x="352044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24" name="Owner-ordered rank 1 / 3 [editable group]"/>
          <p:cNvGrpSpPr/>
          <p:nvPr/>
        </p:nvGrpSpPr>
        <p:grpSpPr>
          <a:xfrm>
            <a:off x="3764279" y="1592580"/>
            <a:ext cx="259080" cy="213360"/>
            <a:chOff x="3764279" y="1592580"/>
            <a:chExt cx="259080" cy="213360"/>
          </a:xfrm>
        </p:grpSpPr>
        <p:sp>
          <p:nvSpPr>
            <p:cNvPr id="122" name="Owner-ordered rank 1 / 3"/>
            <p:cNvSpPr/>
            <p:nvPr/>
          </p:nvSpPr>
          <p:spPr>
            <a:xfrm>
              <a:off x="3764279" y="159258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wner-ordered rank 1 / 3 / label"/>
            <p:cNvSpPr txBox="1"/>
            <p:nvPr/>
          </p:nvSpPr>
          <p:spPr>
            <a:xfrm>
              <a:off x="381000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27" name="Owner-ordered rank 1 / 4 [editable group]"/>
          <p:cNvGrpSpPr/>
          <p:nvPr/>
        </p:nvGrpSpPr>
        <p:grpSpPr>
          <a:xfrm>
            <a:off x="4053840" y="1592580"/>
            <a:ext cx="259080" cy="213360"/>
            <a:chOff x="4053840" y="1592580"/>
            <a:chExt cx="259080" cy="213360"/>
          </a:xfrm>
        </p:grpSpPr>
        <p:sp>
          <p:nvSpPr>
            <p:cNvPr id="125" name="Owner-ordered rank 1 / 4"/>
            <p:cNvSpPr/>
            <p:nvPr/>
          </p:nvSpPr>
          <p:spPr>
            <a:xfrm>
              <a:off x="4053840" y="159258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wner-ordered rank 1 / 4 / label"/>
            <p:cNvSpPr txBox="1"/>
            <p:nvPr/>
          </p:nvSpPr>
          <p:spPr>
            <a:xfrm>
              <a:off x="409956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30" name="Owner-ordered rank 1 / 5 [editable group]"/>
          <p:cNvGrpSpPr/>
          <p:nvPr/>
        </p:nvGrpSpPr>
        <p:grpSpPr>
          <a:xfrm>
            <a:off x="4343400" y="1592580"/>
            <a:ext cx="259080" cy="213360"/>
            <a:chOff x="4343400" y="1592580"/>
            <a:chExt cx="259080" cy="213360"/>
          </a:xfrm>
        </p:grpSpPr>
        <p:sp>
          <p:nvSpPr>
            <p:cNvPr id="128" name="Owner-ordered rank 1 / 5"/>
            <p:cNvSpPr/>
            <p:nvPr/>
          </p:nvSpPr>
          <p:spPr>
            <a:xfrm>
              <a:off x="4343400" y="159258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wner-ordered rank 1 / 5 / label"/>
            <p:cNvSpPr txBox="1"/>
            <p:nvPr/>
          </p:nvSpPr>
          <p:spPr>
            <a:xfrm>
              <a:off x="438912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131" name="Destination rank 1"/>
          <p:cNvSpPr txBox="1"/>
          <p:nvPr/>
        </p:nvSpPr>
        <p:spPr>
          <a:xfrm>
            <a:off x="6438900" y="158496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r1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132" name="Rank 1 segment from source 0"/>
          <p:cNvSpPr/>
          <p:nvPr/>
        </p:nvSpPr>
        <p:spPr>
          <a:xfrm>
            <a:off x="6789420" y="1592580"/>
            <a:ext cx="259080" cy="213360"/>
          </a:xfrm>
          <a:prstGeom prst="rect">
            <a:avLst/>
          </a:prstGeom>
          <a:solidFill>
            <a:srgbClr val="DAEBCB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Rank 1 segment from source 0 / records 0 / segment 0"/>
          <p:cNvCxnSpPr/>
          <p:nvPr/>
        </p:nvCxnSpPr>
        <p:spPr>
          <a:xfrm>
            <a:off x="683514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Rank 1 segment from source 0 / records 1 / segment 0"/>
          <p:cNvCxnSpPr/>
          <p:nvPr/>
        </p:nvCxnSpPr>
        <p:spPr>
          <a:xfrm>
            <a:off x="683514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ank 1 segment from source 1"/>
          <p:cNvSpPr/>
          <p:nvPr/>
        </p:nvSpPr>
        <p:spPr>
          <a:xfrm>
            <a:off x="7109460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Rank 1 segment from source 1 / records 0 / segment 0"/>
          <p:cNvCxnSpPr/>
          <p:nvPr/>
        </p:nvCxnSpPr>
        <p:spPr>
          <a:xfrm>
            <a:off x="715518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Rank 1 segment from source 1 / records 1 / segment 0"/>
          <p:cNvCxnSpPr/>
          <p:nvPr/>
        </p:nvCxnSpPr>
        <p:spPr>
          <a:xfrm>
            <a:off x="715518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ank 1 segment from source 2"/>
          <p:cNvSpPr/>
          <p:nvPr/>
        </p:nvSpPr>
        <p:spPr>
          <a:xfrm>
            <a:off x="7429500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Rank 1 segment from source 2 / records 0 / segment 0"/>
          <p:cNvCxnSpPr/>
          <p:nvPr/>
        </p:nvCxnSpPr>
        <p:spPr>
          <a:xfrm>
            <a:off x="7475220" y="166116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Rank 1 segment from source 2 / records 1 / segment 0"/>
          <p:cNvCxnSpPr/>
          <p:nvPr/>
        </p:nvCxnSpPr>
        <p:spPr>
          <a:xfrm>
            <a:off x="7475220" y="172974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ank 1 segment from source 3"/>
          <p:cNvSpPr/>
          <p:nvPr/>
        </p:nvSpPr>
        <p:spPr>
          <a:xfrm>
            <a:off x="7749540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Rank 1 segment from source 3 / records 0 / segment 0"/>
          <p:cNvCxnSpPr/>
          <p:nvPr/>
        </p:nvCxnSpPr>
        <p:spPr>
          <a:xfrm>
            <a:off x="779526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Rank 1 segment from source 3 / records 1 / segment 0"/>
          <p:cNvCxnSpPr/>
          <p:nvPr/>
        </p:nvCxnSpPr>
        <p:spPr>
          <a:xfrm>
            <a:off x="779526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ank 1 segment from source 4"/>
          <p:cNvSpPr/>
          <p:nvPr/>
        </p:nvSpPr>
        <p:spPr>
          <a:xfrm>
            <a:off x="8069579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Rank 1 segment from source 4 / records 0 / segment 0"/>
          <p:cNvCxnSpPr/>
          <p:nvPr/>
        </p:nvCxnSpPr>
        <p:spPr>
          <a:xfrm>
            <a:off x="811530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Rank 1 segment from source 4 / records 1 / segment 0"/>
          <p:cNvCxnSpPr/>
          <p:nvPr/>
        </p:nvCxnSpPr>
        <p:spPr>
          <a:xfrm>
            <a:off x="811530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ank 1 segment from source 5"/>
          <p:cNvSpPr/>
          <p:nvPr/>
        </p:nvSpPr>
        <p:spPr>
          <a:xfrm>
            <a:off x="8389620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Rank 1 segment from source 5 / records 0 / segment 0"/>
          <p:cNvCxnSpPr/>
          <p:nvPr/>
        </p:nvCxnSpPr>
        <p:spPr>
          <a:xfrm>
            <a:off x="843534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Rank 1 segment from source 5 / records 1 / segment 0"/>
          <p:cNvCxnSpPr/>
          <p:nvPr/>
        </p:nvCxnSpPr>
        <p:spPr>
          <a:xfrm>
            <a:off x="843534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Merge rank 1 / segment 0"/>
          <p:cNvCxnSpPr/>
          <p:nvPr/>
        </p:nvCxnSpPr>
        <p:spPr>
          <a:xfrm>
            <a:off x="8709660" y="169926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ank 1 merged record group 0"/>
          <p:cNvSpPr/>
          <p:nvPr/>
        </p:nvSpPr>
        <p:spPr>
          <a:xfrm>
            <a:off x="933450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ank 1 merged record group 1"/>
          <p:cNvSpPr/>
          <p:nvPr/>
        </p:nvSpPr>
        <p:spPr>
          <a:xfrm>
            <a:off x="955548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ank 1 merged record group 2"/>
          <p:cNvSpPr/>
          <p:nvPr/>
        </p:nvSpPr>
        <p:spPr>
          <a:xfrm>
            <a:off x="977646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ank 1 merged record group 3"/>
          <p:cNvSpPr/>
          <p:nvPr/>
        </p:nvSpPr>
        <p:spPr>
          <a:xfrm>
            <a:off x="999744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ank 1 merged record group 4"/>
          <p:cNvSpPr/>
          <p:nvPr/>
        </p:nvSpPr>
        <p:spPr>
          <a:xfrm>
            <a:off x="1021842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ank 1 merged record group 5"/>
          <p:cNvSpPr/>
          <p:nvPr/>
        </p:nvSpPr>
        <p:spPr>
          <a:xfrm>
            <a:off x="1043940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mpress rank 1 / segment 0"/>
          <p:cNvCxnSpPr/>
          <p:nvPr/>
        </p:nvCxnSpPr>
        <p:spPr>
          <a:xfrm>
            <a:off x="10721340" y="169926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0" name="Rank body 1 [editable group]"/>
          <p:cNvGrpSpPr/>
          <p:nvPr/>
        </p:nvGrpSpPr>
        <p:grpSpPr>
          <a:xfrm>
            <a:off x="11079480" y="1592580"/>
            <a:ext cx="647700" cy="213360"/>
            <a:chOff x="11079480" y="1592580"/>
            <a:chExt cx="647700" cy="213360"/>
          </a:xfrm>
        </p:grpSpPr>
        <p:sp>
          <p:nvSpPr>
            <p:cNvPr id="158" name="Rank body 1"/>
            <p:cNvSpPr/>
            <p:nvPr/>
          </p:nvSpPr>
          <p:spPr>
            <a:xfrm>
              <a:off x="11079480" y="159258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Rank body 1 / label"/>
            <p:cNvSpPr txBox="1"/>
            <p:nvPr/>
          </p:nvSpPr>
          <p:spPr>
            <a:xfrm>
              <a:off x="11125200" y="1615440"/>
              <a:ext cx="55626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0" i="0">
                  <a:solidFill>
                    <a:srgbClr val="172C36"/>
                  </a:solidFill>
                  <a:latin typeface="Arial" panose="020B0604020202020204"/>
                </a:rPr>
                <a:t>body 1</a:t>
              </a:r>
              <a:endParaRPr sz="102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161" name="Source rank 2"/>
          <p:cNvSpPr txBox="1"/>
          <p:nvPr/>
        </p:nvSpPr>
        <p:spPr>
          <a:xfrm>
            <a:off x="358140" y="191262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r2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164" name="Unordered rank 2 / 0 [editable group]"/>
          <p:cNvGrpSpPr/>
          <p:nvPr/>
        </p:nvGrpSpPr>
        <p:grpSpPr>
          <a:xfrm>
            <a:off x="723900" y="1920240"/>
            <a:ext cx="259080" cy="213360"/>
            <a:chOff x="723900" y="1920240"/>
            <a:chExt cx="259080" cy="213360"/>
          </a:xfrm>
        </p:grpSpPr>
        <p:sp>
          <p:nvSpPr>
            <p:cNvPr id="162" name="Unordered rank 2 / 0"/>
            <p:cNvSpPr/>
            <p:nvPr/>
          </p:nvSpPr>
          <p:spPr>
            <a:xfrm>
              <a:off x="723900" y="192024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Unordered rank 2 / 0 / label"/>
            <p:cNvSpPr txBox="1"/>
            <p:nvPr/>
          </p:nvSpPr>
          <p:spPr>
            <a:xfrm>
              <a:off x="76962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67" name="Unordered rank 2 / 1 [editable group]"/>
          <p:cNvGrpSpPr/>
          <p:nvPr/>
        </p:nvGrpSpPr>
        <p:grpSpPr>
          <a:xfrm>
            <a:off x="1013460" y="1920240"/>
            <a:ext cx="259080" cy="213360"/>
            <a:chOff x="1013460" y="1920240"/>
            <a:chExt cx="259080" cy="213360"/>
          </a:xfrm>
        </p:grpSpPr>
        <p:sp>
          <p:nvSpPr>
            <p:cNvPr id="165" name="Unordered rank 2 / 1"/>
            <p:cNvSpPr/>
            <p:nvPr/>
          </p:nvSpPr>
          <p:spPr>
            <a:xfrm>
              <a:off x="1013460" y="192024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Unordered rank 2 / 1 / label"/>
            <p:cNvSpPr txBox="1"/>
            <p:nvPr/>
          </p:nvSpPr>
          <p:spPr>
            <a:xfrm>
              <a:off x="105918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70" name="Unordered rank 2 / 2 [editable group]"/>
          <p:cNvGrpSpPr/>
          <p:nvPr/>
        </p:nvGrpSpPr>
        <p:grpSpPr>
          <a:xfrm>
            <a:off x="1303020" y="1920240"/>
            <a:ext cx="259080" cy="213360"/>
            <a:chOff x="1303020" y="1920240"/>
            <a:chExt cx="259080" cy="213360"/>
          </a:xfrm>
        </p:grpSpPr>
        <p:sp>
          <p:nvSpPr>
            <p:cNvPr id="168" name="Unordered rank 2 / 2"/>
            <p:cNvSpPr/>
            <p:nvPr/>
          </p:nvSpPr>
          <p:spPr>
            <a:xfrm>
              <a:off x="1303020" y="192024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Unordered rank 2 / 2 / label"/>
            <p:cNvSpPr txBox="1"/>
            <p:nvPr/>
          </p:nvSpPr>
          <p:spPr>
            <a:xfrm>
              <a:off x="134874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73" name="Unordered rank 2 / 3 [editable group]"/>
          <p:cNvGrpSpPr/>
          <p:nvPr/>
        </p:nvGrpSpPr>
        <p:grpSpPr>
          <a:xfrm>
            <a:off x="1592580" y="1920240"/>
            <a:ext cx="259080" cy="213360"/>
            <a:chOff x="1592580" y="1920240"/>
            <a:chExt cx="259080" cy="213360"/>
          </a:xfrm>
        </p:grpSpPr>
        <p:sp>
          <p:nvSpPr>
            <p:cNvPr id="171" name="Unordered rank 2 / 3"/>
            <p:cNvSpPr/>
            <p:nvPr/>
          </p:nvSpPr>
          <p:spPr>
            <a:xfrm>
              <a:off x="1592580" y="192024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Unordered rank 2 / 3 / label"/>
            <p:cNvSpPr txBox="1"/>
            <p:nvPr/>
          </p:nvSpPr>
          <p:spPr>
            <a:xfrm>
              <a:off x="163830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76" name="Unordered rank 2 / 4 [editable group]"/>
          <p:cNvGrpSpPr/>
          <p:nvPr/>
        </p:nvGrpSpPr>
        <p:grpSpPr>
          <a:xfrm>
            <a:off x="1882139" y="1920240"/>
            <a:ext cx="259080" cy="213360"/>
            <a:chOff x="1882139" y="1920240"/>
            <a:chExt cx="259080" cy="213360"/>
          </a:xfrm>
        </p:grpSpPr>
        <p:sp>
          <p:nvSpPr>
            <p:cNvPr id="174" name="Unordered rank 2 / 4"/>
            <p:cNvSpPr/>
            <p:nvPr/>
          </p:nvSpPr>
          <p:spPr>
            <a:xfrm>
              <a:off x="1882139" y="192024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Unordered rank 2 / 4 / label"/>
            <p:cNvSpPr txBox="1"/>
            <p:nvPr/>
          </p:nvSpPr>
          <p:spPr>
            <a:xfrm>
              <a:off x="192786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79" name="Unordered rank 2 / 5 [editable group]"/>
          <p:cNvGrpSpPr/>
          <p:nvPr/>
        </p:nvGrpSpPr>
        <p:grpSpPr>
          <a:xfrm>
            <a:off x="2171700" y="1920240"/>
            <a:ext cx="259080" cy="213360"/>
            <a:chOff x="2171700" y="1920240"/>
            <a:chExt cx="259080" cy="213360"/>
          </a:xfrm>
        </p:grpSpPr>
        <p:sp>
          <p:nvSpPr>
            <p:cNvPr id="177" name="Unordered rank 2 / 5"/>
            <p:cNvSpPr/>
            <p:nvPr/>
          </p:nvSpPr>
          <p:spPr>
            <a:xfrm>
              <a:off x="2171700" y="192024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Unordered rank 2 / 5 / label"/>
            <p:cNvSpPr txBox="1"/>
            <p:nvPr/>
          </p:nvSpPr>
          <p:spPr>
            <a:xfrm>
              <a:off x="221742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180" name="Local ordering rank 2 / segment 0"/>
          <p:cNvCxnSpPr/>
          <p:nvPr/>
        </p:nvCxnSpPr>
        <p:spPr>
          <a:xfrm>
            <a:off x="2476500" y="202692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3" name="Owner-ordered rank 2 / 0 [editable group]"/>
          <p:cNvGrpSpPr/>
          <p:nvPr/>
        </p:nvGrpSpPr>
        <p:grpSpPr>
          <a:xfrm>
            <a:off x="2895600" y="1920240"/>
            <a:ext cx="259080" cy="213360"/>
            <a:chOff x="2895600" y="1920240"/>
            <a:chExt cx="259080" cy="213360"/>
          </a:xfrm>
        </p:grpSpPr>
        <p:sp>
          <p:nvSpPr>
            <p:cNvPr id="181" name="Owner-ordered rank 2 / 0"/>
            <p:cNvSpPr/>
            <p:nvPr/>
          </p:nvSpPr>
          <p:spPr>
            <a:xfrm>
              <a:off x="2895600" y="192024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Owner-ordered rank 2 / 0 / label"/>
            <p:cNvSpPr txBox="1"/>
            <p:nvPr/>
          </p:nvSpPr>
          <p:spPr>
            <a:xfrm>
              <a:off x="294132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86" name="Owner-ordered rank 2 / 1 [editable group]"/>
          <p:cNvGrpSpPr/>
          <p:nvPr/>
        </p:nvGrpSpPr>
        <p:grpSpPr>
          <a:xfrm>
            <a:off x="3185160" y="1920240"/>
            <a:ext cx="259080" cy="213360"/>
            <a:chOff x="3185160" y="1920240"/>
            <a:chExt cx="259080" cy="213360"/>
          </a:xfrm>
        </p:grpSpPr>
        <p:sp>
          <p:nvSpPr>
            <p:cNvPr id="184" name="Owner-ordered rank 2 / 1"/>
            <p:cNvSpPr/>
            <p:nvPr/>
          </p:nvSpPr>
          <p:spPr>
            <a:xfrm>
              <a:off x="3185160" y="192024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Owner-ordered rank 2 / 1 / label"/>
            <p:cNvSpPr txBox="1"/>
            <p:nvPr/>
          </p:nvSpPr>
          <p:spPr>
            <a:xfrm>
              <a:off x="323088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89" name="Owner-ordered rank 2 / 2 [editable group]"/>
          <p:cNvGrpSpPr/>
          <p:nvPr/>
        </p:nvGrpSpPr>
        <p:grpSpPr>
          <a:xfrm>
            <a:off x="3474720" y="1920240"/>
            <a:ext cx="259080" cy="213360"/>
            <a:chOff x="3474720" y="1920240"/>
            <a:chExt cx="259080" cy="213360"/>
          </a:xfrm>
        </p:grpSpPr>
        <p:sp>
          <p:nvSpPr>
            <p:cNvPr id="187" name="Owner-ordered rank 2 / 2"/>
            <p:cNvSpPr/>
            <p:nvPr/>
          </p:nvSpPr>
          <p:spPr>
            <a:xfrm>
              <a:off x="3474720" y="192024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Owner-ordered rank 2 / 2 / label"/>
            <p:cNvSpPr txBox="1"/>
            <p:nvPr/>
          </p:nvSpPr>
          <p:spPr>
            <a:xfrm>
              <a:off x="352044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92" name="Owner-ordered rank 2 / 3 [editable group]"/>
          <p:cNvGrpSpPr/>
          <p:nvPr/>
        </p:nvGrpSpPr>
        <p:grpSpPr>
          <a:xfrm>
            <a:off x="3764279" y="1920240"/>
            <a:ext cx="259080" cy="213360"/>
            <a:chOff x="3764279" y="1920240"/>
            <a:chExt cx="259080" cy="213360"/>
          </a:xfrm>
        </p:grpSpPr>
        <p:sp>
          <p:nvSpPr>
            <p:cNvPr id="190" name="Owner-ordered rank 2 / 3"/>
            <p:cNvSpPr/>
            <p:nvPr/>
          </p:nvSpPr>
          <p:spPr>
            <a:xfrm>
              <a:off x="3764279" y="192024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Owner-ordered rank 2 / 3 / label"/>
            <p:cNvSpPr txBox="1"/>
            <p:nvPr/>
          </p:nvSpPr>
          <p:spPr>
            <a:xfrm>
              <a:off x="381000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95" name="Owner-ordered rank 2 / 4 [editable group]"/>
          <p:cNvGrpSpPr/>
          <p:nvPr/>
        </p:nvGrpSpPr>
        <p:grpSpPr>
          <a:xfrm>
            <a:off x="4053840" y="1920240"/>
            <a:ext cx="259080" cy="213360"/>
            <a:chOff x="4053840" y="1920240"/>
            <a:chExt cx="259080" cy="213360"/>
          </a:xfrm>
        </p:grpSpPr>
        <p:sp>
          <p:nvSpPr>
            <p:cNvPr id="193" name="Owner-ordered rank 2 / 4"/>
            <p:cNvSpPr/>
            <p:nvPr/>
          </p:nvSpPr>
          <p:spPr>
            <a:xfrm>
              <a:off x="4053840" y="192024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wner-ordered rank 2 / 4 / label"/>
            <p:cNvSpPr txBox="1"/>
            <p:nvPr/>
          </p:nvSpPr>
          <p:spPr>
            <a:xfrm>
              <a:off x="409956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198" name="Owner-ordered rank 2 / 5 [editable group]"/>
          <p:cNvGrpSpPr/>
          <p:nvPr/>
        </p:nvGrpSpPr>
        <p:grpSpPr>
          <a:xfrm>
            <a:off x="4343400" y="1920240"/>
            <a:ext cx="259080" cy="213360"/>
            <a:chOff x="4343400" y="1920240"/>
            <a:chExt cx="259080" cy="213360"/>
          </a:xfrm>
        </p:grpSpPr>
        <p:sp>
          <p:nvSpPr>
            <p:cNvPr id="196" name="Owner-ordered rank 2 / 5"/>
            <p:cNvSpPr/>
            <p:nvPr/>
          </p:nvSpPr>
          <p:spPr>
            <a:xfrm>
              <a:off x="4343400" y="192024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Owner-ordered rank 2 / 5 / label"/>
            <p:cNvSpPr txBox="1"/>
            <p:nvPr/>
          </p:nvSpPr>
          <p:spPr>
            <a:xfrm>
              <a:off x="438912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199" name="Destination rank 2"/>
          <p:cNvSpPr txBox="1"/>
          <p:nvPr/>
        </p:nvSpPr>
        <p:spPr>
          <a:xfrm>
            <a:off x="6438900" y="191262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r2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200" name="Rank 2 segment from source 0"/>
          <p:cNvSpPr/>
          <p:nvPr/>
        </p:nvSpPr>
        <p:spPr>
          <a:xfrm>
            <a:off x="6789420" y="1920240"/>
            <a:ext cx="259080" cy="213360"/>
          </a:xfrm>
          <a:prstGeom prst="rect">
            <a:avLst/>
          </a:prstGeom>
          <a:solidFill>
            <a:srgbClr val="FFF5C2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Rank 2 segment from source 0 / records 0 / segment 0"/>
          <p:cNvCxnSpPr/>
          <p:nvPr/>
        </p:nvCxnSpPr>
        <p:spPr>
          <a:xfrm>
            <a:off x="683514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Rank 2 segment from source 0 / records 1 / segment 0"/>
          <p:cNvCxnSpPr/>
          <p:nvPr/>
        </p:nvCxnSpPr>
        <p:spPr>
          <a:xfrm>
            <a:off x="683514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ank 2 segment from source 1"/>
          <p:cNvSpPr/>
          <p:nvPr/>
        </p:nvSpPr>
        <p:spPr>
          <a:xfrm>
            <a:off x="7109460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Rank 2 segment from source 1 / records 0 / segment 0"/>
          <p:cNvCxnSpPr/>
          <p:nvPr/>
        </p:nvCxnSpPr>
        <p:spPr>
          <a:xfrm>
            <a:off x="715518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Rank 2 segment from source 1 / records 1 / segment 0"/>
          <p:cNvCxnSpPr/>
          <p:nvPr/>
        </p:nvCxnSpPr>
        <p:spPr>
          <a:xfrm>
            <a:off x="715518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Rank 2 segment from source 2"/>
          <p:cNvSpPr/>
          <p:nvPr/>
        </p:nvSpPr>
        <p:spPr>
          <a:xfrm>
            <a:off x="7429500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7" name="Rank 2 segment from source 2 / records 0 / segment 0"/>
          <p:cNvCxnSpPr/>
          <p:nvPr/>
        </p:nvCxnSpPr>
        <p:spPr>
          <a:xfrm>
            <a:off x="7475220" y="1988819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Rank 2 segment from source 2 / records 1 / segment 0"/>
          <p:cNvCxnSpPr/>
          <p:nvPr/>
        </p:nvCxnSpPr>
        <p:spPr>
          <a:xfrm>
            <a:off x="7475220" y="205740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ank 2 segment from source 3"/>
          <p:cNvSpPr/>
          <p:nvPr/>
        </p:nvSpPr>
        <p:spPr>
          <a:xfrm>
            <a:off x="7749540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Rank 2 segment from source 3 / records 0 / segment 0"/>
          <p:cNvCxnSpPr/>
          <p:nvPr/>
        </p:nvCxnSpPr>
        <p:spPr>
          <a:xfrm>
            <a:off x="779526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Rank 2 segment from source 3 / records 1 / segment 0"/>
          <p:cNvCxnSpPr/>
          <p:nvPr/>
        </p:nvCxnSpPr>
        <p:spPr>
          <a:xfrm>
            <a:off x="779526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ank 2 segment from source 4"/>
          <p:cNvSpPr/>
          <p:nvPr/>
        </p:nvSpPr>
        <p:spPr>
          <a:xfrm>
            <a:off x="8069579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3" name="Rank 2 segment from source 4 / records 0 / segment 0"/>
          <p:cNvCxnSpPr/>
          <p:nvPr/>
        </p:nvCxnSpPr>
        <p:spPr>
          <a:xfrm>
            <a:off x="811530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Rank 2 segment from source 4 / records 1 / segment 0"/>
          <p:cNvCxnSpPr/>
          <p:nvPr/>
        </p:nvCxnSpPr>
        <p:spPr>
          <a:xfrm>
            <a:off x="811530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ank 2 segment from source 5"/>
          <p:cNvSpPr/>
          <p:nvPr/>
        </p:nvSpPr>
        <p:spPr>
          <a:xfrm>
            <a:off x="8389620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Rank 2 segment from source 5 / records 0 / segment 0"/>
          <p:cNvCxnSpPr/>
          <p:nvPr/>
        </p:nvCxnSpPr>
        <p:spPr>
          <a:xfrm>
            <a:off x="843534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Rank 2 segment from source 5 / records 1 / segment 0"/>
          <p:cNvCxnSpPr/>
          <p:nvPr/>
        </p:nvCxnSpPr>
        <p:spPr>
          <a:xfrm>
            <a:off x="843534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Merge rank 2 / segment 0"/>
          <p:cNvCxnSpPr/>
          <p:nvPr/>
        </p:nvCxnSpPr>
        <p:spPr>
          <a:xfrm>
            <a:off x="8709660" y="202692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ank 2 merged record group 0"/>
          <p:cNvSpPr/>
          <p:nvPr/>
        </p:nvSpPr>
        <p:spPr>
          <a:xfrm>
            <a:off x="933450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ank 2 merged record group 1"/>
          <p:cNvSpPr/>
          <p:nvPr/>
        </p:nvSpPr>
        <p:spPr>
          <a:xfrm>
            <a:off x="955548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ank 2 merged record group 2"/>
          <p:cNvSpPr/>
          <p:nvPr/>
        </p:nvSpPr>
        <p:spPr>
          <a:xfrm>
            <a:off x="977646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ank 2 merged record group 3"/>
          <p:cNvSpPr/>
          <p:nvPr/>
        </p:nvSpPr>
        <p:spPr>
          <a:xfrm>
            <a:off x="999744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ank 2 merged record group 4"/>
          <p:cNvSpPr/>
          <p:nvPr/>
        </p:nvSpPr>
        <p:spPr>
          <a:xfrm>
            <a:off x="1021842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ank 2 merged record group 5"/>
          <p:cNvSpPr/>
          <p:nvPr/>
        </p:nvSpPr>
        <p:spPr>
          <a:xfrm>
            <a:off x="1043940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Compress rank 2 / segment 0"/>
          <p:cNvCxnSpPr/>
          <p:nvPr/>
        </p:nvCxnSpPr>
        <p:spPr>
          <a:xfrm>
            <a:off x="10721340" y="202692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8" name="Rank body 2 [editable group]"/>
          <p:cNvGrpSpPr/>
          <p:nvPr/>
        </p:nvGrpSpPr>
        <p:grpSpPr>
          <a:xfrm>
            <a:off x="11079480" y="1920240"/>
            <a:ext cx="647700" cy="213360"/>
            <a:chOff x="11079480" y="1920240"/>
            <a:chExt cx="647700" cy="213360"/>
          </a:xfrm>
        </p:grpSpPr>
        <p:sp>
          <p:nvSpPr>
            <p:cNvPr id="226" name="Rank body 2"/>
            <p:cNvSpPr/>
            <p:nvPr/>
          </p:nvSpPr>
          <p:spPr>
            <a:xfrm>
              <a:off x="11079480" y="192024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ank body 2 / label"/>
            <p:cNvSpPr txBox="1"/>
            <p:nvPr/>
          </p:nvSpPr>
          <p:spPr>
            <a:xfrm>
              <a:off x="11125200" y="1943100"/>
              <a:ext cx="55626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0" i="0">
                  <a:solidFill>
                    <a:srgbClr val="172C36"/>
                  </a:solidFill>
                  <a:latin typeface="Arial" panose="020B0604020202020204"/>
                </a:rPr>
                <a:t>body 2</a:t>
              </a:r>
              <a:endParaRPr sz="102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229" name="Source rank 3"/>
          <p:cNvSpPr txBox="1"/>
          <p:nvPr/>
        </p:nvSpPr>
        <p:spPr>
          <a:xfrm>
            <a:off x="358140" y="224028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r3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232" name="Unordered rank 3 / 0 [editable group]"/>
          <p:cNvGrpSpPr/>
          <p:nvPr/>
        </p:nvGrpSpPr>
        <p:grpSpPr>
          <a:xfrm>
            <a:off x="723900" y="2247900"/>
            <a:ext cx="259080" cy="213360"/>
            <a:chOff x="723900" y="2247900"/>
            <a:chExt cx="259080" cy="213360"/>
          </a:xfrm>
        </p:grpSpPr>
        <p:sp>
          <p:nvSpPr>
            <p:cNvPr id="230" name="Unordered rank 3 / 0"/>
            <p:cNvSpPr/>
            <p:nvPr/>
          </p:nvSpPr>
          <p:spPr>
            <a:xfrm>
              <a:off x="723900" y="224790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Unordered rank 3 / 0 / label"/>
            <p:cNvSpPr txBox="1"/>
            <p:nvPr/>
          </p:nvSpPr>
          <p:spPr>
            <a:xfrm>
              <a:off x="76962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35" name="Unordered rank 3 / 1 [editable group]"/>
          <p:cNvGrpSpPr/>
          <p:nvPr/>
        </p:nvGrpSpPr>
        <p:grpSpPr>
          <a:xfrm>
            <a:off x="1013460" y="2247900"/>
            <a:ext cx="259080" cy="213360"/>
            <a:chOff x="1013460" y="2247900"/>
            <a:chExt cx="259080" cy="213360"/>
          </a:xfrm>
        </p:grpSpPr>
        <p:sp>
          <p:nvSpPr>
            <p:cNvPr id="233" name="Unordered rank 3 / 1"/>
            <p:cNvSpPr/>
            <p:nvPr/>
          </p:nvSpPr>
          <p:spPr>
            <a:xfrm>
              <a:off x="1013460" y="224790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Unordered rank 3 / 1 / label"/>
            <p:cNvSpPr txBox="1"/>
            <p:nvPr/>
          </p:nvSpPr>
          <p:spPr>
            <a:xfrm>
              <a:off x="105918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38" name="Unordered rank 3 / 2 [editable group]"/>
          <p:cNvGrpSpPr/>
          <p:nvPr/>
        </p:nvGrpSpPr>
        <p:grpSpPr>
          <a:xfrm>
            <a:off x="1303020" y="2247900"/>
            <a:ext cx="259080" cy="213360"/>
            <a:chOff x="1303020" y="2247900"/>
            <a:chExt cx="259080" cy="213360"/>
          </a:xfrm>
        </p:grpSpPr>
        <p:sp>
          <p:nvSpPr>
            <p:cNvPr id="236" name="Unordered rank 3 / 2"/>
            <p:cNvSpPr/>
            <p:nvPr/>
          </p:nvSpPr>
          <p:spPr>
            <a:xfrm>
              <a:off x="1303020" y="224790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Unordered rank 3 / 2 / label"/>
            <p:cNvSpPr txBox="1"/>
            <p:nvPr/>
          </p:nvSpPr>
          <p:spPr>
            <a:xfrm>
              <a:off x="134874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41" name="Unordered rank 3 / 3 [editable group]"/>
          <p:cNvGrpSpPr/>
          <p:nvPr/>
        </p:nvGrpSpPr>
        <p:grpSpPr>
          <a:xfrm>
            <a:off x="1592580" y="2247900"/>
            <a:ext cx="259080" cy="213360"/>
            <a:chOff x="1592580" y="2247900"/>
            <a:chExt cx="259080" cy="213360"/>
          </a:xfrm>
        </p:grpSpPr>
        <p:sp>
          <p:nvSpPr>
            <p:cNvPr id="239" name="Unordered rank 3 / 3"/>
            <p:cNvSpPr/>
            <p:nvPr/>
          </p:nvSpPr>
          <p:spPr>
            <a:xfrm>
              <a:off x="1592580" y="224790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Unordered rank 3 / 3 / label"/>
            <p:cNvSpPr txBox="1"/>
            <p:nvPr/>
          </p:nvSpPr>
          <p:spPr>
            <a:xfrm>
              <a:off x="163830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44" name="Unordered rank 3 / 4 [editable group]"/>
          <p:cNvGrpSpPr/>
          <p:nvPr/>
        </p:nvGrpSpPr>
        <p:grpSpPr>
          <a:xfrm>
            <a:off x="1882139" y="2247900"/>
            <a:ext cx="259080" cy="213360"/>
            <a:chOff x="1882139" y="2247900"/>
            <a:chExt cx="259080" cy="213360"/>
          </a:xfrm>
        </p:grpSpPr>
        <p:sp>
          <p:nvSpPr>
            <p:cNvPr id="242" name="Unordered rank 3 / 4"/>
            <p:cNvSpPr/>
            <p:nvPr/>
          </p:nvSpPr>
          <p:spPr>
            <a:xfrm>
              <a:off x="1882139" y="224790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Unordered rank 3 / 4 / label"/>
            <p:cNvSpPr txBox="1"/>
            <p:nvPr/>
          </p:nvSpPr>
          <p:spPr>
            <a:xfrm>
              <a:off x="192786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47" name="Unordered rank 3 / 5 [editable group]"/>
          <p:cNvGrpSpPr/>
          <p:nvPr/>
        </p:nvGrpSpPr>
        <p:grpSpPr>
          <a:xfrm>
            <a:off x="2171700" y="2247900"/>
            <a:ext cx="259080" cy="213360"/>
            <a:chOff x="2171700" y="2247900"/>
            <a:chExt cx="259080" cy="213360"/>
          </a:xfrm>
        </p:grpSpPr>
        <p:sp>
          <p:nvSpPr>
            <p:cNvPr id="245" name="Unordered rank 3 / 5"/>
            <p:cNvSpPr/>
            <p:nvPr/>
          </p:nvSpPr>
          <p:spPr>
            <a:xfrm>
              <a:off x="2171700" y="224790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Unordered rank 3 / 5 / label"/>
            <p:cNvSpPr txBox="1"/>
            <p:nvPr/>
          </p:nvSpPr>
          <p:spPr>
            <a:xfrm>
              <a:off x="221742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248" name="Local ordering rank 3 / segment 0"/>
          <p:cNvCxnSpPr/>
          <p:nvPr/>
        </p:nvCxnSpPr>
        <p:spPr>
          <a:xfrm>
            <a:off x="2476500" y="235458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1" name="Owner-ordered rank 3 / 0 [editable group]"/>
          <p:cNvGrpSpPr/>
          <p:nvPr/>
        </p:nvGrpSpPr>
        <p:grpSpPr>
          <a:xfrm>
            <a:off x="2895600" y="2247900"/>
            <a:ext cx="259080" cy="213360"/>
            <a:chOff x="2895600" y="2247900"/>
            <a:chExt cx="259080" cy="213360"/>
          </a:xfrm>
        </p:grpSpPr>
        <p:sp>
          <p:nvSpPr>
            <p:cNvPr id="249" name="Owner-ordered rank 3 / 0"/>
            <p:cNvSpPr/>
            <p:nvPr/>
          </p:nvSpPr>
          <p:spPr>
            <a:xfrm>
              <a:off x="2895600" y="224790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Owner-ordered rank 3 / 0 / label"/>
            <p:cNvSpPr txBox="1"/>
            <p:nvPr/>
          </p:nvSpPr>
          <p:spPr>
            <a:xfrm>
              <a:off x="294132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54" name="Owner-ordered rank 3 / 1 [editable group]"/>
          <p:cNvGrpSpPr/>
          <p:nvPr/>
        </p:nvGrpSpPr>
        <p:grpSpPr>
          <a:xfrm>
            <a:off x="3185160" y="2247900"/>
            <a:ext cx="259080" cy="213360"/>
            <a:chOff x="3185160" y="2247900"/>
            <a:chExt cx="259080" cy="213360"/>
          </a:xfrm>
        </p:grpSpPr>
        <p:sp>
          <p:nvSpPr>
            <p:cNvPr id="252" name="Owner-ordered rank 3 / 1"/>
            <p:cNvSpPr/>
            <p:nvPr/>
          </p:nvSpPr>
          <p:spPr>
            <a:xfrm>
              <a:off x="3185160" y="224790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Owner-ordered rank 3 / 1 / label"/>
            <p:cNvSpPr txBox="1"/>
            <p:nvPr/>
          </p:nvSpPr>
          <p:spPr>
            <a:xfrm>
              <a:off x="323088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57" name="Owner-ordered rank 3 / 2 [editable group]"/>
          <p:cNvGrpSpPr/>
          <p:nvPr/>
        </p:nvGrpSpPr>
        <p:grpSpPr>
          <a:xfrm>
            <a:off x="3474720" y="2247900"/>
            <a:ext cx="259080" cy="213360"/>
            <a:chOff x="3474720" y="2247900"/>
            <a:chExt cx="259080" cy="213360"/>
          </a:xfrm>
        </p:grpSpPr>
        <p:sp>
          <p:nvSpPr>
            <p:cNvPr id="255" name="Owner-ordered rank 3 / 2"/>
            <p:cNvSpPr/>
            <p:nvPr/>
          </p:nvSpPr>
          <p:spPr>
            <a:xfrm>
              <a:off x="3474720" y="224790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Owner-ordered rank 3 / 2 / label"/>
            <p:cNvSpPr txBox="1"/>
            <p:nvPr/>
          </p:nvSpPr>
          <p:spPr>
            <a:xfrm>
              <a:off x="352044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60" name="Owner-ordered rank 3 / 3 [editable group]"/>
          <p:cNvGrpSpPr/>
          <p:nvPr/>
        </p:nvGrpSpPr>
        <p:grpSpPr>
          <a:xfrm>
            <a:off x="3764279" y="2247900"/>
            <a:ext cx="259080" cy="213360"/>
            <a:chOff x="3764279" y="2247900"/>
            <a:chExt cx="259080" cy="213360"/>
          </a:xfrm>
        </p:grpSpPr>
        <p:sp>
          <p:nvSpPr>
            <p:cNvPr id="258" name="Owner-ordered rank 3 / 3"/>
            <p:cNvSpPr/>
            <p:nvPr/>
          </p:nvSpPr>
          <p:spPr>
            <a:xfrm>
              <a:off x="3764279" y="224790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Owner-ordered rank 3 / 3 / label"/>
            <p:cNvSpPr txBox="1"/>
            <p:nvPr/>
          </p:nvSpPr>
          <p:spPr>
            <a:xfrm>
              <a:off x="381000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63" name="Owner-ordered rank 3 / 4 [editable group]"/>
          <p:cNvGrpSpPr/>
          <p:nvPr/>
        </p:nvGrpSpPr>
        <p:grpSpPr>
          <a:xfrm>
            <a:off x="4053840" y="2247900"/>
            <a:ext cx="259080" cy="213360"/>
            <a:chOff x="4053840" y="2247900"/>
            <a:chExt cx="259080" cy="213360"/>
          </a:xfrm>
        </p:grpSpPr>
        <p:sp>
          <p:nvSpPr>
            <p:cNvPr id="261" name="Owner-ordered rank 3 / 4"/>
            <p:cNvSpPr/>
            <p:nvPr/>
          </p:nvSpPr>
          <p:spPr>
            <a:xfrm>
              <a:off x="4053840" y="224790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Owner-ordered rank 3 / 4 / label"/>
            <p:cNvSpPr txBox="1"/>
            <p:nvPr/>
          </p:nvSpPr>
          <p:spPr>
            <a:xfrm>
              <a:off x="409956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266" name="Owner-ordered rank 3 / 5 [editable group]"/>
          <p:cNvGrpSpPr/>
          <p:nvPr/>
        </p:nvGrpSpPr>
        <p:grpSpPr>
          <a:xfrm>
            <a:off x="4343400" y="2247900"/>
            <a:ext cx="259080" cy="213360"/>
            <a:chOff x="4343400" y="2247900"/>
            <a:chExt cx="259080" cy="213360"/>
          </a:xfrm>
        </p:grpSpPr>
        <p:sp>
          <p:nvSpPr>
            <p:cNvPr id="264" name="Owner-ordered rank 3 / 5"/>
            <p:cNvSpPr/>
            <p:nvPr/>
          </p:nvSpPr>
          <p:spPr>
            <a:xfrm>
              <a:off x="4343400" y="224790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Owner-ordered rank 3 / 5 / label"/>
            <p:cNvSpPr txBox="1"/>
            <p:nvPr/>
          </p:nvSpPr>
          <p:spPr>
            <a:xfrm>
              <a:off x="438912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267" name="Destination rank 3"/>
          <p:cNvSpPr txBox="1"/>
          <p:nvPr/>
        </p:nvSpPr>
        <p:spPr>
          <a:xfrm>
            <a:off x="6438900" y="224028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r3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268" name="Rank 3 segment from source 0"/>
          <p:cNvSpPr/>
          <p:nvPr/>
        </p:nvSpPr>
        <p:spPr>
          <a:xfrm>
            <a:off x="6789420" y="2247900"/>
            <a:ext cx="259080" cy="213360"/>
          </a:xfrm>
          <a:prstGeom prst="rect">
            <a:avLst/>
          </a:prstGeom>
          <a:solidFill>
            <a:srgbClr val="FAD9BF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9" name="Rank 3 segment from source 0 / records 0 / segment 0"/>
          <p:cNvCxnSpPr/>
          <p:nvPr/>
        </p:nvCxnSpPr>
        <p:spPr>
          <a:xfrm>
            <a:off x="683514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Rank 3 segment from source 0 / records 1 / segment 0"/>
          <p:cNvCxnSpPr/>
          <p:nvPr/>
        </p:nvCxnSpPr>
        <p:spPr>
          <a:xfrm>
            <a:off x="683514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Rank 3 segment from source 1"/>
          <p:cNvSpPr/>
          <p:nvPr/>
        </p:nvSpPr>
        <p:spPr>
          <a:xfrm>
            <a:off x="7109460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Rank 3 segment from source 1 / records 0 / segment 0"/>
          <p:cNvCxnSpPr/>
          <p:nvPr/>
        </p:nvCxnSpPr>
        <p:spPr>
          <a:xfrm>
            <a:off x="715518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Rank 3 segment from source 1 / records 1 / segment 0"/>
          <p:cNvCxnSpPr/>
          <p:nvPr/>
        </p:nvCxnSpPr>
        <p:spPr>
          <a:xfrm>
            <a:off x="715518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Rank 3 segment from source 2"/>
          <p:cNvSpPr/>
          <p:nvPr/>
        </p:nvSpPr>
        <p:spPr>
          <a:xfrm>
            <a:off x="7429500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Rank 3 segment from source 2 / records 0 / segment 0"/>
          <p:cNvCxnSpPr/>
          <p:nvPr/>
        </p:nvCxnSpPr>
        <p:spPr>
          <a:xfrm>
            <a:off x="7475220" y="231648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Rank 3 segment from source 2 / records 1 / segment 0"/>
          <p:cNvCxnSpPr/>
          <p:nvPr/>
        </p:nvCxnSpPr>
        <p:spPr>
          <a:xfrm>
            <a:off x="7475220" y="238506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Rank 3 segment from source 3"/>
          <p:cNvSpPr/>
          <p:nvPr/>
        </p:nvSpPr>
        <p:spPr>
          <a:xfrm>
            <a:off x="7749540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Rank 3 segment from source 3 / records 0 / segment 0"/>
          <p:cNvCxnSpPr/>
          <p:nvPr/>
        </p:nvCxnSpPr>
        <p:spPr>
          <a:xfrm>
            <a:off x="779526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Rank 3 segment from source 3 / records 1 / segment 0"/>
          <p:cNvCxnSpPr/>
          <p:nvPr/>
        </p:nvCxnSpPr>
        <p:spPr>
          <a:xfrm>
            <a:off x="779526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ank 3 segment from source 4"/>
          <p:cNvSpPr/>
          <p:nvPr/>
        </p:nvSpPr>
        <p:spPr>
          <a:xfrm>
            <a:off x="8069579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1" name="Rank 3 segment from source 4 / records 0 / segment 0"/>
          <p:cNvCxnSpPr/>
          <p:nvPr/>
        </p:nvCxnSpPr>
        <p:spPr>
          <a:xfrm>
            <a:off x="811530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Rank 3 segment from source 4 / records 1 / segment 0"/>
          <p:cNvCxnSpPr/>
          <p:nvPr/>
        </p:nvCxnSpPr>
        <p:spPr>
          <a:xfrm>
            <a:off x="811530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ank 3 segment from source 5"/>
          <p:cNvSpPr/>
          <p:nvPr/>
        </p:nvSpPr>
        <p:spPr>
          <a:xfrm>
            <a:off x="8389620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4" name="Rank 3 segment from source 5 / records 0 / segment 0"/>
          <p:cNvCxnSpPr/>
          <p:nvPr/>
        </p:nvCxnSpPr>
        <p:spPr>
          <a:xfrm>
            <a:off x="843534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Rank 3 segment from source 5 / records 1 / segment 0"/>
          <p:cNvCxnSpPr/>
          <p:nvPr/>
        </p:nvCxnSpPr>
        <p:spPr>
          <a:xfrm>
            <a:off x="843534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Merge rank 3 / segment 0"/>
          <p:cNvCxnSpPr/>
          <p:nvPr/>
        </p:nvCxnSpPr>
        <p:spPr>
          <a:xfrm>
            <a:off x="8709660" y="235458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Rank 3 merged record group 0"/>
          <p:cNvSpPr/>
          <p:nvPr/>
        </p:nvSpPr>
        <p:spPr>
          <a:xfrm>
            <a:off x="933450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ank 3 merged record group 1"/>
          <p:cNvSpPr/>
          <p:nvPr/>
        </p:nvSpPr>
        <p:spPr>
          <a:xfrm>
            <a:off x="955548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ank 3 merged record group 2"/>
          <p:cNvSpPr/>
          <p:nvPr/>
        </p:nvSpPr>
        <p:spPr>
          <a:xfrm>
            <a:off x="977646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ank 3 merged record group 3"/>
          <p:cNvSpPr/>
          <p:nvPr/>
        </p:nvSpPr>
        <p:spPr>
          <a:xfrm>
            <a:off x="999744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ank 3 merged record group 4"/>
          <p:cNvSpPr/>
          <p:nvPr/>
        </p:nvSpPr>
        <p:spPr>
          <a:xfrm>
            <a:off x="1021842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ank 3 merged record group 5"/>
          <p:cNvSpPr/>
          <p:nvPr/>
        </p:nvSpPr>
        <p:spPr>
          <a:xfrm>
            <a:off x="1043940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3" name="Compress rank 3 / segment 0"/>
          <p:cNvCxnSpPr/>
          <p:nvPr/>
        </p:nvCxnSpPr>
        <p:spPr>
          <a:xfrm>
            <a:off x="10721340" y="235458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6" name="Rank body 3 [editable group]"/>
          <p:cNvGrpSpPr/>
          <p:nvPr/>
        </p:nvGrpSpPr>
        <p:grpSpPr>
          <a:xfrm>
            <a:off x="11079480" y="2247900"/>
            <a:ext cx="647700" cy="213360"/>
            <a:chOff x="11079480" y="2247900"/>
            <a:chExt cx="647700" cy="213360"/>
          </a:xfrm>
        </p:grpSpPr>
        <p:sp>
          <p:nvSpPr>
            <p:cNvPr id="294" name="Rank body 3"/>
            <p:cNvSpPr/>
            <p:nvPr/>
          </p:nvSpPr>
          <p:spPr>
            <a:xfrm>
              <a:off x="11079480" y="224790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Rank body 3 / label"/>
            <p:cNvSpPr txBox="1"/>
            <p:nvPr/>
          </p:nvSpPr>
          <p:spPr>
            <a:xfrm>
              <a:off x="11125200" y="2270760"/>
              <a:ext cx="55626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0" i="0">
                  <a:solidFill>
                    <a:srgbClr val="172C36"/>
                  </a:solidFill>
                  <a:latin typeface="Arial" panose="020B0604020202020204"/>
                </a:rPr>
                <a:t>body 3</a:t>
              </a:r>
              <a:endParaRPr sz="102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297" name="Source rank 4"/>
          <p:cNvSpPr txBox="1"/>
          <p:nvPr/>
        </p:nvSpPr>
        <p:spPr>
          <a:xfrm>
            <a:off x="358140" y="256794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r4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300" name="Unordered rank 4 / 0 [editable group]"/>
          <p:cNvGrpSpPr/>
          <p:nvPr/>
        </p:nvGrpSpPr>
        <p:grpSpPr>
          <a:xfrm>
            <a:off x="723900" y="2575560"/>
            <a:ext cx="259080" cy="213360"/>
            <a:chOff x="723900" y="2575560"/>
            <a:chExt cx="259080" cy="213360"/>
          </a:xfrm>
        </p:grpSpPr>
        <p:sp>
          <p:nvSpPr>
            <p:cNvPr id="298" name="Unordered rank 4 / 0"/>
            <p:cNvSpPr/>
            <p:nvPr/>
          </p:nvSpPr>
          <p:spPr>
            <a:xfrm>
              <a:off x="723900" y="257556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Unordered rank 4 / 0 / label"/>
            <p:cNvSpPr txBox="1"/>
            <p:nvPr/>
          </p:nvSpPr>
          <p:spPr>
            <a:xfrm>
              <a:off x="76962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03" name="Unordered rank 4 / 1 [editable group]"/>
          <p:cNvGrpSpPr/>
          <p:nvPr/>
        </p:nvGrpSpPr>
        <p:grpSpPr>
          <a:xfrm>
            <a:off x="1013460" y="2575560"/>
            <a:ext cx="259080" cy="213360"/>
            <a:chOff x="1013460" y="2575560"/>
            <a:chExt cx="259080" cy="213360"/>
          </a:xfrm>
        </p:grpSpPr>
        <p:sp>
          <p:nvSpPr>
            <p:cNvPr id="301" name="Unordered rank 4 / 1"/>
            <p:cNvSpPr/>
            <p:nvPr/>
          </p:nvSpPr>
          <p:spPr>
            <a:xfrm>
              <a:off x="1013460" y="257556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Unordered rank 4 / 1 / label"/>
            <p:cNvSpPr txBox="1"/>
            <p:nvPr/>
          </p:nvSpPr>
          <p:spPr>
            <a:xfrm>
              <a:off x="105918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06" name="Unordered rank 4 / 2 [editable group]"/>
          <p:cNvGrpSpPr/>
          <p:nvPr/>
        </p:nvGrpSpPr>
        <p:grpSpPr>
          <a:xfrm>
            <a:off x="1303020" y="2575560"/>
            <a:ext cx="259080" cy="213360"/>
            <a:chOff x="1303020" y="2575560"/>
            <a:chExt cx="259080" cy="213360"/>
          </a:xfrm>
        </p:grpSpPr>
        <p:sp>
          <p:nvSpPr>
            <p:cNvPr id="304" name="Unordered rank 4 / 2"/>
            <p:cNvSpPr/>
            <p:nvPr/>
          </p:nvSpPr>
          <p:spPr>
            <a:xfrm>
              <a:off x="1303020" y="257556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Unordered rank 4 / 2 / label"/>
            <p:cNvSpPr txBox="1"/>
            <p:nvPr/>
          </p:nvSpPr>
          <p:spPr>
            <a:xfrm>
              <a:off x="134874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09" name="Unordered rank 4 / 3 [editable group]"/>
          <p:cNvGrpSpPr/>
          <p:nvPr/>
        </p:nvGrpSpPr>
        <p:grpSpPr>
          <a:xfrm>
            <a:off x="1592580" y="2575560"/>
            <a:ext cx="259080" cy="213360"/>
            <a:chOff x="1592580" y="2575560"/>
            <a:chExt cx="259080" cy="213360"/>
          </a:xfrm>
        </p:grpSpPr>
        <p:sp>
          <p:nvSpPr>
            <p:cNvPr id="307" name="Unordered rank 4 / 3"/>
            <p:cNvSpPr/>
            <p:nvPr/>
          </p:nvSpPr>
          <p:spPr>
            <a:xfrm>
              <a:off x="1592580" y="257556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Unordered rank 4 / 3 / label"/>
            <p:cNvSpPr txBox="1"/>
            <p:nvPr/>
          </p:nvSpPr>
          <p:spPr>
            <a:xfrm>
              <a:off x="163830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12" name="Unordered rank 4 / 4 [editable group]"/>
          <p:cNvGrpSpPr/>
          <p:nvPr/>
        </p:nvGrpSpPr>
        <p:grpSpPr>
          <a:xfrm>
            <a:off x="1882139" y="2575560"/>
            <a:ext cx="259080" cy="213360"/>
            <a:chOff x="1882139" y="2575560"/>
            <a:chExt cx="259080" cy="213360"/>
          </a:xfrm>
        </p:grpSpPr>
        <p:sp>
          <p:nvSpPr>
            <p:cNvPr id="310" name="Unordered rank 4 / 4"/>
            <p:cNvSpPr/>
            <p:nvPr/>
          </p:nvSpPr>
          <p:spPr>
            <a:xfrm>
              <a:off x="1882139" y="257556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Unordered rank 4 / 4 / label"/>
            <p:cNvSpPr txBox="1"/>
            <p:nvPr/>
          </p:nvSpPr>
          <p:spPr>
            <a:xfrm>
              <a:off x="192786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15" name="Unordered rank 4 / 5 [editable group]"/>
          <p:cNvGrpSpPr/>
          <p:nvPr/>
        </p:nvGrpSpPr>
        <p:grpSpPr>
          <a:xfrm>
            <a:off x="2171700" y="2575560"/>
            <a:ext cx="259080" cy="213360"/>
            <a:chOff x="2171700" y="2575560"/>
            <a:chExt cx="259080" cy="213360"/>
          </a:xfrm>
        </p:grpSpPr>
        <p:sp>
          <p:nvSpPr>
            <p:cNvPr id="313" name="Unordered rank 4 / 5"/>
            <p:cNvSpPr/>
            <p:nvPr/>
          </p:nvSpPr>
          <p:spPr>
            <a:xfrm>
              <a:off x="2171700" y="257556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Unordered rank 4 / 5 / label"/>
            <p:cNvSpPr txBox="1"/>
            <p:nvPr/>
          </p:nvSpPr>
          <p:spPr>
            <a:xfrm>
              <a:off x="221742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316" name="Local ordering rank 4 / segment 0"/>
          <p:cNvCxnSpPr/>
          <p:nvPr/>
        </p:nvCxnSpPr>
        <p:spPr>
          <a:xfrm>
            <a:off x="2476500" y="268224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9" name="Owner-ordered rank 4 / 0 [editable group]"/>
          <p:cNvGrpSpPr/>
          <p:nvPr/>
        </p:nvGrpSpPr>
        <p:grpSpPr>
          <a:xfrm>
            <a:off x="2895600" y="2575560"/>
            <a:ext cx="259080" cy="213360"/>
            <a:chOff x="2895600" y="2575560"/>
            <a:chExt cx="259080" cy="213360"/>
          </a:xfrm>
        </p:grpSpPr>
        <p:sp>
          <p:nvSpPr>
            <p:cNvPr id="317" name="Owner-ordered rank 4 / 0"/>
            <p:cNvSpPr/>
            <p:nvPr/>
          </p:nvSpPr>
          <p:spPr>
            <a:xfrm>
              <a:off x="2895600" y="257556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Owner-ordered rank 4 / 0 / label"/>
            <p:cNvSpPr txBox="1"/>
            <p:nvPr/>
          </p:nvSpPr>
          <p:spPr>
            <a:xfrm>
              <a:off x="294132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22" name="Owner-ordered rank 4 / 1 [editable group]"/>
          <p:cNvGrpSpPr/>
          <p:nvPr/>
        </p:nvGrpSpPr>
        <p:grpSpPr>
          <a:xfrm>
            <a:off x="3185160" y="2575560"/>
            <a:ext cx="259080" cy="213360"/>
            <a:chOff x="3185160" y="2575560"/>
            <a:chExt cx="259080" cy="213360"/>
          </a:xfrm>
        </p:grpSpPr>
        <p:sp>
          <p:nvSpPr>
            <p:cNvPr id="320" name="Owner-ordered rank 4 / 1"/>
            <p:cNvSpPr/>
            <p:nvPr/>
          </p:nvSpPr>
          <p:spPr>
            <a:xfrm>
              <a:off x="3185160" y="257556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Owner-ordered rank 4 / 1 / label"/>
            <p:cNvSpPr txBox="1"/>
            <p:nvPr/>
          </p:nvSpPr>
          <p:spPr>
            <a:xfrm>
              <a:off x="323088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25" name="Owner-ordered rank 4 / 2 [editable group]"/>
          <p:cNvGrpSpPr/>
          <p:nvPr/>
        </p:nvGrpSpPr>
        <p:grpSpPr>
          <a:xfrm>
            <a:off x="3474720" y="2575560"/>
            <a:ext cx="259080" cy="213360"/>
            <a:chOff x="3474720" y="2575560"/>
            <a:chExt cx="259080" cy="213360"/>
          </a:xfrm>
        </p:grpSpPr>
        <p:sp>
          <p:nvSpPr>
            <p:cNvPr id="323" name="Owner-ordered rank 4 / 2"/>
            <p:cNvSpPr/>
            <p:nvPr/>
          </p:nvSpPr>
          <p:spPr>
            <a:xfrm>
              <a:off x="3474720" y="257556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Owner-ordered rank 4 / 2 / label"/>
            <p:cNvSpPr txBox="1"/>
            <p:nvPr/>
          </p:nvSpPr>
          <p:spPr>
            <a:xfrm>
              <a:off x="352044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28" name="Owner-ordered rank 4 / 3 [editable group]"/>
          <p:cNvGrpSpPr/>
          <p:nvPr/>
        </p:nvGrpSpPr>
        <p:grpSpPr>
          <a:xfrm>
            <a:off x="3764279" y="2575560"/>
            <a:ext cx="259080" cy="213360"/>
            <a:chOff x="3764279" y="2575560"/>
            <a:chExt cx="259080" cy="213360"/>
          </a:xfrm>
        </p:grpSpPr>
        <p:sp>
          <p:nvSpPr>
            <p:cNvPr id="326" name="Owner-ordered rank 4 / 3"/>
            <p:cNvSpPr/>
            <p:nvPr/>
          </p:nvSpPr>
          <p:spPr>
            <a:xfrm>
              <a:off x="3764279" y="257556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Owner-ordered rank 4 / 3 / label"/>
            <p:cNvSpPr txBox="1"/>
            <p:nvPr/>
          </p:nvSpPr>
          <p:spPr>
            <a:xfrm>
              <a:off x="381000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31" name="Owner-ordered rank 4 / 4 [editable group]"/>
          <p:cNvGrpSpPr/>
          <p:nvPr/>
        </p:nvGrpSpPr>
        <p:grpSpPr>
          <a:xfrm>
            <a:off x="4053840" y="2575560"/>
            <a:ext cx="259080" cy="213360"/>
            <a:chOff x="4053840" y="2575560"/>
            <a:chExt cx="259080" cy="213360"/>
          </a:xfrm>
        </p:grpSpPr>
        <p:sp>
          <p:nvSpPr>
            <p:cNvPr id="329" name="Owner-ordered rank 4 / 4"/>
            <p:cNvSpPr/>
            <p:nvPr/>
          </p:nvSpPr>
          <p:spPr>
            <a:xfrm>
              <a:off x="4053840" y="257556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Owner-ordered rank 4 / 4 / label"/>
            <p:cNvSpPr txBox="1"/>
            <p:nvPr/>
          </p:nvSpPr>
          <p:spPr>
            <a:xfrm>
              <a:off x="409956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34" name="Owner-ordered rank 4 / 5 [editable group]"/>
          <p:cNvGrpSpPr/>
          <p:nvPr/>
        </p:nvGrpSpPr>
        <p:grpSpPr>
          <a:xfrm>
            <a:off x="4343400" y="2575560"/>
            <a:ext cx="259080" cy="213360"/>
            <a:chOff x="4343400" y="2575560"/>
            <a:chExt cx="259080" cy="213360"/>
          </a:xfrm>
        </p:grpSpPr>
        <p:sp>
          <p:nvSpPr>
            <p:cNvPr id="332" name="Owner-ordered rank 4 / 5"/>
            <p:cNvSpPr/>
            <p:nvPr/>
          </p:nvSpPr>
          <p:spPr>
            <a:xfrm>
              <a:off x="4343400" y="257556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Owner-ordered rank 4 / 5 / label"/>
            <p:cNvSpPr txBox="1"/>
            <p:nvPr/>
          </p:nvSpPr>
          <p:spPr>
            <a:xfrm>
              <a:off x="438912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335" name="Destination rank 4"/>
          <p:cNvSpPr txBox="1"/>
          <p:nvPr/>
        </p:nvSpPr>
        <p:spPr>
          <a:xfrm>
            <a:off x="6438900" y="256794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r4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336" name="Rank 4 segment from source 0"/>
          <p:cNvSpPr/>
          <p:nvPr/>
        </p:nvSpPr>
        <p:spPr>
          <a:xfrm>
            <a:off x="6789420" y="2575560"/>
            <a:ext cx="259080" cy="213360"/>
          </a:xfrm>
          <a:prstGeom prst="rect">
            <a:avLst/>
          </a:prstGeom>
          <a:solidFill>
            <a:srgbClr val="DCD6F0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Rank 4 segment from source 0 / records 0 / segment 0"/>
          <p:cNvCxnSpPr/>
          <p:nvPr/>
        </p:nvCxnSpPr>
        <p:spPr>
          <a:xfrm>
            <a:off x="683514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Rank 4 segment from source 0 / records 1 / segment 0"/>
          <p:cNvCxnSpPr/>
          <p:nvPr/>
        </p:nvCxnSpPr>
        <p:spPr>
          <a:xfrm>
            <a:off x="683514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Rank 4 segment from source 1"/>
          <p:cNvSpPr/>
          <p:nvPr/>
        </p:nvSpPr>
        <p:spPr>
          <a:xfrm>
            <a:off x="7109460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Rank 4 segment from source 1 / records 0 / segment 0"/>
          <p:cNvCxnSpPr/>
          <p:nvPr/>
        </p:nvCxnSpPr>
        <p:spPr>
          <a:xfrm>
            <a:off x="715518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Rank 4 segment from source 1 / records 1 / segment 0"/>
          <p:cNvCxnSpPr/>
          <p:nvPr/>
        </p:nvCxnSpPr>
        <p:spPr>
          <a:xfrm>
            <a:off x="715518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Rank 4 segment from source 2"/>
          <p:cNvSpPr/>
          <p:nvPr/>
        </p:nvSpPr>
        <p:spPr>
          <a:xfrm>
            <a:off x="7429500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Rank 4 segment from source 2 / records 0 / segment 0"/>
          <p:cNvCxnSpPr/>
          <p:nvPr/>
        </p:nvCxnSpPr>
        <p:spPr>
          <a:xfrm>
            <a:off x="7475220" y="264414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Rank 4 segment from source 2 / records 1 / segment 0"/>
          <p:cNvCxnSpPr/>
          <p:nvPr/>
        </p:nvCxnSpPr>
        <p:spPr>
          <a:xfrm>
            <a:off x="7475220" y="271272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ank 4 segment from source 3"/>
          <p:cNvSpPr/>
          <p:nvPr/>
        </p:nvSpPr>
        <p:spPr>
          <a:xfrm>
            <a:off x="7749540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6" name="Rank 4 segment from source 3 / records 0 / segment 0"/>
          <p:cNvCxnSpPr/>
          <p:nvPr/>
        </p:nvCxnSpPr>
        <p:spPr>
          <a:xfrm>
            <a:off x="779526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Rank 4 segment from source 3 / records 1 / segment 0"/>
          <p:cNvCxnSpPr/>
          <p:nvPr/>
        </p:nvCxnSpPr>
        <p:spPr>
          <a:xfrm>
            <a:off x="779526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Rank 4 segment from source 4"/>
          <p:cNvSpPr/>
          <p:nvPr/>
        </p:nvSpPr>
        <p:spPr>
          <a:xfrm>
            <a:off x="8069579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9" name="Rank 4 segment from source 4 / records 0 / segment 0"/>
          <p:cNvCxnSpPr/>
          <p:nvPr/>
        </p:nvCxnSpPr>
        <p:spPr>
          <a:xfrm>
            <a:off x="811530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Rank 4 segment from source 4 / records 1 / segment 0"/>
          <p:cNvCxnSpPr/>
          <p:nvPr/>
        </p:nvCxnSpPr>
        <p:spPr>
          <a:xfrm>
            <a:off x="811530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Rank 4 segment from source 5"/>
          <p:cNvSpPr/>
          <p:nvPr/>
        </p:nvSpPr>
        <p:spPr>
          <a:xfrm>
            <a:off x="8389620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2" name="Rank 4 segment from source 5 / records 0 / segment 0"/>
          <p:cNvCxnSpPr/>
          <p:nvPr/>
        </p:nvCxnSpPr>
        <p:spPr>
          <a:xfrm>
            <a:off x="843534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Rank 4 segment from source 5 / records 1 / segment 0"/>
          <p:cNvCxnSpPr/>
          <p:nvPr/>
        </p:nvCxnSpPr>
        <p:spPr>
          <a:xfrm>
            <a:off x="843534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Merge rank 4 / segment 0"/>
          <p:cNvCxnSpPr/>
          <p:nvPr/>
        </p:nvCxnSpPr>
        <p:spPr>
          <a:xfrm>
            <a:off x="8709660" y="268224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Rank 4 merged record group 0"/>
          <p:cNvSpPr/>
          <p:nvPr/>
        </p:nvSpPr>
        <p:spPr>
          <a:xfrm>
            <a:off x="933450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ank 4 merged record group 1"/>
          <p:cNvSpPr/>
          <p:nvPr/>
        </p:nvSpPr>
        <p:spPr>
          <a:xfrm>
            <a:off x="955548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ank 4 merged record group 2"/>
          <p:cNvSpPr/>
          <p:nvPr/>
        </p:nvSpPr>
        <p:spPr>
          <a:xfrm>
            <a:off x="977646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ank 4 merged record group 3"/>
          <p:cNvSpPr/>
          <p:nvPr/>
        </p:nvSpPr>
        <p:spPr>
          <a:xfrm>
            <a:off x="999744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ank 4 merged record group 4"/>
          <p:cNvSpPr/>
          <p:nvPr/>
        </p:nvSpPr>
        <p:spPr>
          <a:xfrm>
            <a:off x="1021842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ank 4 merged record group 5"/>
          <p:cNvSpPr/>
          <p:nvPr/>
        </p:nvSpPr>
        <p:spPr>
          <a:xfrm>
            <a:off x="1043940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1" name="Compress rank 4 / segment 0"/>
          <p:cNvCxnSpPr/>
          <p:nvPr/>
        </p:nvCxnSpPr>
        <p:spPr>
          <a:xfrm>
            <a:off x="10721340" y="268224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4" name="Rank body 4 [editable group]"/>
          <p:cNvGrpSpPr/>
          <p:nvPr/>
        </p:nvGrpSpPr>
        <p:grpSpPr>
          <a:xfrm>
            <a:off x="11079480" y="2575560"/>
            <a:ext cx="647700" cy="213360"/>
            <a:chOff x="11079480" y="2575560"/>
            <a:chExt cx="647700" cy="213360"/>
          </a:xfrm>
        </p:grpSpPr>
        <p:sp>
          <p:nvSpPr>
            <p:cNvPr id="362" name="Rank body 4"/>
            <p:cNvSpPr/>
            <p:nvPr/>
          </p:nvSpPr>
          <p:spPr>
            <a:xfrm>
              <a:off x="11079480" y="257556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Rank body 4 / label"/>
            <p:cNvSpPr txBox="1"/>
            <p:nvPr/>
          </p:nvSpPr>
          <p:spPr>
            <a:xfrm>
              <a:off x="11125200" y="2598420"/>
              <a:ext cx="55626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0" i="0">
                  <a:solidFill>
                    <a:srgbClr val="172C36"/>
                  </a:solidFill>
                  <a:latin typeface="Arial" panose="020B0604020202020204"/>
                </a:rPr>
                <a:t>body 4</a:t>
              </a:r>
              <a:endParaRPr sz="102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365" name="Source rank 5"/>
          <p:cNvSpPr txBox="1"/>
          <p:nvPr/>
        </p:nvSpPr>
        <p:spPr>
          <a:xfrm>
            <a:off x="358140" y="289560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r5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368" name="Unordered rank 5 / 0 [editable group]"/>
          <p:cNvGrpSpPr/>
          <p:nvPr/>
        </p:nvGrpSpPr>
        <p:grpSpPr>
          <a:xfrm>
            <a:off x="723900" y="2903220"/>
            <a:ext cx="259080" cy="213360"/>
            <a:chOff x="723900" y="2903220"/>
            <a:chExt cx="259080" cy="213360"/>
          </a:xfrm>
        </p:grpSpPr>
        <p:sp>
          <p:nvSpPr>
            <p:cNvPr id="366" name="Unordered rank 5 / 0"/>
            <p:cNvSpPr/>
            <p:nvPr/>
          </p:nvSpPr>
          <p:spPr>
            <a:xfrm>
              <a:off x="723900" y="290322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Unordered rank 5 / 0 / label"/>
            <p:cNvSpPr txBox="1"/>
            <p:nvPr/>
          </p:nvSpPr>
          <p:spPr>
            <a:xfrm>
              <a:off x="76962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71" name="Unordered rank 5 / 1 [editable group]"/>
          <p:cNvGrpSpPr/>
          <p:nvPr/>
        </p:nvGrpSpPr>
        <p:grpSpPr>
          <a:xfrm>
            <a:off x="1013460" y="2903220"/>
            <a:ext cx="259080" cy="213360"/>
            <a:chOff x="1013460" y="2903220"/>
            <a:chExt cx="259080" cy="213360"/>
          </a:xfrm>
        </p:grpSpPr>
        <p:sp>
          <p:nvSpPr>
            <p:cNvPr id="369" name="Unordered rank 5 / 1"/>
            <p:cNvSpPr/>
            <p:nvPr/>
          </p:nvSpPr>
          <p:spPr>
            <a:xfrm>
              <a:off x="1013460" y="290322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Unordered rank 5 / 1 / label"/>
            <p:cNvSpPr txBox="1"/>
            <p:nvPr/>
          </p:nvSpPr>
          <p:spPr>
            <a:xfrm>
              <a:off x="105918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74" name="Unordered rank 5 / 2 [editable group]"/>
          <p:cNvGrpSpPr/>
          <p:nvPr/>
        </p:nvGrpSpPr>
        <p:grpSpPr>
          <a:xfrm>
            <a:off x="1303020" y="2903220"/>
            <a:ext cx="259080" cy="213360"/>
            <a:chOff x="1303020" y="2903220"/>
            <a:chExt cx="259080" cy="213360"/>
          </a:xfrm>
        </p:grpSpPr>
        <p:sp>
          <p:nvSpPr>
            <p:cNvPr id="372" name="Unordered rank 5 / 2"/>
            <p:cNvSpPr/>
            <p:nvPr/>
          </p:nvSpPr>
          <p:spPr>
            <a:xfrm>
              <a:off x="1303020" y="290322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Unordered rank 5 / 2 / label"/>
            <p:cNvSpPr txBox="1"/>
            <p:nvPr/>
          </p:nvSpPr>
          <p:spPr>
            <a:xfrm>
              <a:off x="134874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77" name="Unordered rank 5 / 3 [editable group]"/>
          <p:cNvGrpSpPr/>
          <p:nvPr/>
        </p:nvGrpSpPr>
        <p:grpSpPr>
          <a:xfrm>
            <a:off x="1592580" y="2903220"/>
            <a:ext cx="259080" cy="213360"/>
            <a:chOff x="1592580" y="2903220"/>
            <a:chExt cx="259080" cy="213360"/>
          </a:xfrm>
        </p:grpSpPr>
        <p:sp>
          <p:nvSpPr>
            <p:cNvPr id="375" name="Unordered rank 5 / 3"/>
            <p:cNvSpPr/>
            <p:nvPr/>
          </p:nvSpPr>
          <p:spPr>
            <a:xfrm>
              <a:off x="1592580" y="290322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Unordered rank 5 / 3 / label"/>
            <p:cNvSpPr txBox="1"/>
            <p:nvPr/>
          </p:nvSpPr>
          <p:spPr>
            <a:xfrm>
              <a:off x="163830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80" name="Unordered rank 5 / 4 [editable group]"/>
          <p:cNvGrpSpPr/>
          <p:nvPr/>
        </p:nvGrpSpPr>
        <p:grpSpPr>
          <a:xfrm>
            <a:off x="1882139" y="2903220"/>
            <a:ext cx="259080" cy="213360"/>
            <a:chOff x="1882139" y="2903220"/>
            <a:chExt cx="259080" cy="213360"/>
          </a:xfrm>
        </p:grpSpPr>
        <p:sp>
          <p:nvSpPr>
            <p:cNvPr id="378" name="Unordered rank 5 / 4"/>
            <p:cNvSpPr/>
            <p:nvPr/>
          </p:nvSpPr>
          <p:spPr>
            <a:xfrm>
              <a:off x="1882139" y="290322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Unordered rank 5 / 4 / label"/>
            <p:cNvSpPr txBox="1"/>
            <p:nvPr/>
          </p:nvSpPr>
          <p:spPr>
            <a:xfrm>
              <a:off x="192786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83" name="Unordered rank 5 / 5 [editable group]"/>
          <p:cNvGrpSpPr/>
          <p:nvPr/>
        </p:nvGrpSpPr>
        <p:grpSpPr>
          <a:xfrm>
            <a:off x="2171700" y="2903220"/>
            <a:ext cx="259080" cy="213360"/>
            <a:chOff x="2171700" y="2903220"/>
            <a:chExt cx="259080" cy="213360"/>
          </a:xfrm>
        </p:grpSpPr>
        <p:sp>
          <p:nvSpPr>
            <p:cNvPr id="381" name="Unordered rank 5 / 5"/>
            <p:cNvSpPr/>
            <p:nvPr/>
          </p:nvSpPr>
          <p:spPr>
            <a:xfrm>
              <a:off x="2171700" y="290322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Unordered rank 5 / 5 / label"/>
            <p:cNvSpPr txBox="1"/>
            <p:nvPr/>
          </p:nvSpPr>
          <p:spPr>
            <a:xfrm>
              <a:off x="221742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384" name="Local ordering rank 5 / segment 0"/>
          <p:cNvCxnSpPr/>
          <p:nvPr/>
        </p:nvCxnSpPr>
        <p:spPr>
          <a:xfrm>
            <a:off x="2476500" y="300990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7" name="Owner-ordered rank 5 / 0 [editable group]"/>
          <p:cNvGrpSpPr/>
          <p:nvPr/>
        </p:nvGrpSpPr>
        <p:grpSpPr>
          <a:xfrm>
            <a:off x="2895600" y="2903220"/>
            <a:ext cx="259080" cy="213360"/>
            <a:chOff x="2895600" y="2903220"/>
            <a:chExt cx="259080" cy="213360"/>
          </a:xfrm>
        </p:grpSpPr>
        <p:sp>
          <p:nvSpPr>
            <p:cNvPr id="385" name="Owner-ordered rank 5 / 0"/>
            <p:cNvSpPr/>
            <p:nvPr/>
          </p:nvSpPr>
          <p:spPr>
            <a:xfrm>
              <a:off x="2895600" y="290322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Owner-ordered rank 5 / 0 / label"/>
            <p:cNvSpPr txBox="1"/>
            <p:nvPr/>
          </p:nvSpPr>
          <p:spPr>
            <a:xfrm>
              <a:off x="294132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0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90" name="Owner-ordered rank 5 / 1 [editable group]"/>
          <p:cNvGrpSpPr/>
          <p:nvPr/>
        </p:nvGrpSpPr>
        <p:grpSpPr>
          <a:xfrm>
            <a:off x="3185160" y="2903220"/>
            <a:ext cx="259080" cy="213360"/>
            <a:chOff x="3185160" y="2903220"/>
            <a:chExt cx="259080" cy="213360"/>
          </a:xfrm>
        </p:grpSpPr>
        <p:sp>
          <p:nvSpPr>
            <p:cNvPr id="388" name="Owner-ordered rank 5 / 1"/>
            <p:cNvSpPr/>
            <p:nvPr/>
          </p:nvSpPr>
          <p:spPr>
            <a:xfrm>
              <a:off x="3185160" y="290322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Owner-ordered rank 5 / 1 / label"/>
            <p:cNvSpPr txBox="1"/>
            <p:nvPr/>
          </p:nvSpPr>
          <p:spPr>
            <a:xfrm>
              <a:off x="323088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1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93" name="Owner-ordered rank 5 / 2 [editable group]"/>
          <p:cNvGrpSpPr/>
          <p:nvPr/>
        </p:nvGrpSpPr>
        <p:grpSpPr>
          <a:xfrm>
            <a:off x="3474720" y="2903220"/>
            <a:ext cx="259080" cy="213360"/>
            <a:chOff x="3474720" y="2903220"/>
            <a:chExt cx="259080" cy="213360"/>
          </a:xfrm>
        </p:grpSpPr>
        <p:sp>
          <p:nvSpPr>
            <p:cNvPr id="391" name="Owner-ordered rank 5 / 2"/>
            <p:cNvSpPr/>
            <p:nvPr/>
          </p:nvSpPr>
          <p:spPr>
            <a:xfrm>
              <a:off x="3474720" y="290322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Owner-ordered rank 5 / 2 / label"/>
            <p:cNvSpPr txBox="1"/>
            <p:nvPr/>
          </p:nvSpPr>
          <p:spPr>
            <a:xfrm>
              <a:off x="352044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2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96" name="Owner-ordered rank 5 / 3 [editable group]"/>
          <p:cNvGrpSpPr/>
          <p:nvPr/>
        </p:nvGrpSpPr>
        <p:grpSpPr>
          <a:xfrm>
            <a:off x="3764279" y="2903220"/>
            <a:ext cx="259080" cy="213360"/>
            <a:chOff x="3764279" y="2903220"/>
            <a:chExt cx="259080" cy="213360"/>
          </a:xfrm>
        </p:grpSpPr>
        <p:sp>
          <p:nvSpPr>
            <p:cNvPr id="394" name="Owner-ordered rank 5 / 3"/>
            <p:cNvSpPr/>
            <p:nvPr/>
          </p:nvSpPr>
          <p:spPr>
            <a:xfrm>
              <a:off x="3764279" y="290322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Owner-ordered rank 5 / 3 / label"/>
            <p:cNvSpPr txBox="1"/>
            <p:nvPr/>
          </p:nvSpPr>
          <p:spPr>
            <a:xfrm>
              <a:off x="381000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3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399" name="Owner-ordered rank 5 / 4 [editable group]"/>
          <p:cNvGrpSpPr/>
          <p:nvPr/>
        </p:nvGrpSpPr>
        <p:grpSpPr>
          <a:xfrm>
            <a:off x="4053840" y="2903220"/>
            <a:ext cx="259080" cy="213360"/>
            <a:chOff x="4053840" y="2903220"/>
            <a:chExt cx="259080" cy="213360"/>
          </a:xfrm>
        </p:grpSpPr>
        <p:sp>
          <p:nvSpPr>
            <p:cNvPr id="397" name="Owner-ordered rank 5 / 4"/>
            <p:cNvSpPr/>
            <p:nvPr/>
          </p:nvSpPr>
          <p:spPr>
            <a:xfrm>
              <a:off x="4053840" y="290322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Owner-ordered rank 5 / 4 / label"/>
            <p:cNvSpPr txBox="1"/>
            <p:nvPr/>
          </p:nvSpPr>
          <p:spPr>
            <a:xfrm>
              <a:off x="409956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4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402" name="Owner-ordered rank 5 / 5 [editable group]"/>
          <p:cNvGrpSpPr/>
          <p:nvPr/>
        </p:nvGrpSpPr>
        <p:grpSpPr>
          <a:xfrm>
            <a:off x="4343400" y="2903220"/>
            <a:ext cx="259080" cy="213360"/>
            <a:chOff x="4343400" y="2903220"/>
            <a:chExt cx="259080" cy="213360"/>
          </a:xfrm>
        </p:grpSpPr>
        <p:sp>
          <p:nvSpPr>
            <p:cNvPr id="400" name="Owner-ordered rank 5 / 5"/>
            <p:cNvSpPr/>
            <p:nvPr/>
          </p:nvSpPr>
          <p:spPr>
            <a:xfrm>
              <a:off x="4343400" y="290322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Owner-ordered rank 5 / 5 / label"/>
            <p:cNvSpPr txBox="1"/>
            <p:nvPr/>
          </p:nvSpPr>
          <p:spPr>
            <a:xfrm>
              <a:off x="438912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 panose="020B0604020202020204"/>
                </a:rPr>
                <a:t>5</a:t>
              </a:r>
              <a:endParaRPr sz="108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403" name="Destination rank 5"/>
          <p:cNvSpPr txBox="1"/>
          <p:nvPr/>
        </p:nvSpPr>
        <p:spPr>
          <a:xfrm>
            <a:off x="6438900" y="2895600"/>
            <a:ext cx="31242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 panose="020B0604020202020204"/>
              </a:rPr>
              <a:t>r5</a:t>
            </a:r>
            <a:endParaRPr sz="120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404" name="Rank 5 segment from source 0"/>
          <p:cNvSpPr/>
          <p:nvPr/>
        </p:nvSpPr>
        <p:spPr>
          <a:xfrm>
            <a:off x="6789420" y="2903220"/>
            <a:ext cx="259080" cy="213360"/>
          </a:xfrm>
          <a:prstGeom prst="rect">
            <a:avLst/>
          </a:prstGeom>
          <a:solidFill>
            <a:srgbClr val="F4CFD5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Rank 5 segment from source 0 / records 0 / segment 0"/>
          <p:cNvCxnSpPr/>
          <p:nvPr/>
        </p:nvCxnSpPr>
        <p:spPr>
          <a:xfrm>
            <a:off x="683514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Rank 5 segment from source 0 / records 1 / segment 0"/>
          <p:cNvCxnSpPr/>
          <p:nvPr/>
        </p:nvCxnSpPr>
        <p:spPr>
          <a:xfrm>
            <a:off x="683514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Rank 5 segment from source 1"/>
          <p:cNvSpPr/>
          <p:nvPr/>
        </p:nvSpPr>
        <p:spPr>
          <a:xfrm>
            <a:off x="7109460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Rank 5 segment from source 1 / records 0 / segment 0"/>
          <p:cNvCxnSpPr/>
          <p:nvPr/>
        </p:nvCxnSpPr>
        <p:spPr>
          <a:xfrm>
            <a:off x="715518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Rank 5 segment from source 1 / records 1 / segment 0"/>
          <p:cNvCxnSpPr/>
          <p:nvPr/>
        </p:nvCxnSpPr>
        <p:spPr>
          <a:xfrm>
            <a:off x="715518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Rank 5 segment from source 2"/>
          <p:cNvSpPr/>
          <p:nvPr/>
        </p:nvSpPr>
        <p:spPr>
          <a:xfrm>
            <a:off x="7429500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1" name="Rank 5 segment from source 2 / records 0 / segment 0"/>
          <p:cNvCxnSpPr/>
          <p:nvPr/>
        </p:nvCxnSpPr>
        <p:spPr>
          <a:xfrm>
            <a:off x="7475220" y="297180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Rank 5 segment from source 2 / records 1 / segment 0"/>
          <p:cNvCxnSpPr/>
          <p:nvPr/>
        </p:nvCxnSpPr>
        <p:spPr>
          <a:xfrm>
            <a:off x="7475220" y="304038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Rank 5 segment from source 3"/>
          <p:cNvSpPr/>
          <p:nvPr/>
        </p:nvSpPr>
        <p:spPr>
          <a:xfrm>
            <a:off x="7749540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4" name="Rank 5 segment from source 3 / records 0 / segment 0"/>
          <p:cNvCxnSpPr/>
          <p:nvPr/>
        </p:nvCxnSpPr>
        <p:spPr>
          <a:xfrm>
            <a:off x="779526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Rank 5 segment from source 3 / records 1 / segment 0"/>
          <p:cNvCxnSpPr/>
          <p:nvPr/>
        </p:nvCxnSpPr>
        <p:spPr>
          <a:xfrm>
            <a:off x="779526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Rank 5 segment from source 4"/>
          <p:cNvSpPr/>
          <p:nvPr/>
        </p:nvSpPr>
        <p:spPr>
          <a:xfrm>
            <a:off x="8069579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Rank 5 segment from source 4 / records 0 / segment 0"/>
          <p:cNvCxnSpPr/>
          <p:nvPr/>
        </p:nvCxnSpPr>
        <p:spPr>
          <a:xfrm>
            <a:off x="811530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Rank 5 segment from source 4 / records 1 / segment 0"/>
          <p:cNvCxnSpPr/>
          <p:nvPr/>
        </p:nvCxnSpPr>
        <p:spPr>
          <a:xfrm>
            <a:off x="811530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ank 5 segment from source 5"/>
          <p:cNvSpPr/>
          <p:nvPr/>
        </p:nvSpPr>
        <p:spPr>
          <a:xfrm>
            <a:off x="8389620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Rank 5 segment from source 5 / records 0 / segment 0"/>
          <p:cNvCxnSpPr/>
          <p:nvPr/>
        </p:nvCxnSpPr>
        <p:spPr>
          <a:xfrm>
            <a:off x="843534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Rank 5 segment from source 5 / records 1 / segment 0"/>
          <p:cNvCxnSpPr/>
          <p:nvPr/>
        </p:nvCxnSpPr>
        <p:spPr>
          <a:xfrm>
            <a:off x="843534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Merge rank 5 / segment 0"/>
          <p:cNvCxnSpPr/>
          <p:nvPr/>
        </p:nvCxnSpPr>
        <p:spPr>
          <a:xfrm>
            <a:off x="8709660" y="300990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Rank 5 merged record group 0"/>
          <p:cNvSpPr/>
          <p:nvPr/>
        </p:nvSpPr>
        <p:spPr>
          <a:xfrm>
            <a:off x="933450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ank 5 merged record group 1"/>
          <p:cNvSpPr/>
          <p:nvPr/>
        </p:nvSpPr>
        <p:spPr>
          <a:xfrm>
            <a:off x="955548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ank 5 merged record group 2"/>
          <p:cNvSpPr/>
          <p:nvPr/>
        </p:nvSpPr>
        <p:spPr>
          <a:xfrm>
            <a:off x="977646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ank 5 merged record group 3"/>
          <p:cNvSpPr/>
          <p:nvPr/>
        </p:nvSpPr>
        <p:spPr>
          <a:xfrm>
            <a:off x="999744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ank 5 merged record group 4"/>
          <p:cNvSpPr/>
          <p:nvPr/>
        </p:nvSpPr>
        <p:spPr>
          <a:xfrm>
            <a:off x="1021842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ank 5 merged record group 5"/>
          <p:cNvSpPr/>
          <p:nvPr/>
        </p:nvSpPr>
        <p:spPr>
          <a:xfrm>
            <a:off x="1043940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Compress rank 5 / segment 0"/>
          <p:cNvCxnSpPr/>
          <p:nvPr/>
        </p:nvCxnSpPr>
        <p:spPr>
          <a:xfrm>
            <a:off x="10721340" y="300990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2" name="Rank body 5 [editable group]"/>
          <p:cNvGrpSpPr/>
          <p:nvPr/>
        </p:nvGrpSpPr>
        <p:grpSpPr>
          <a:xfrm>
            <a:off x="11079480" y="2903220"/>
            <a:ext cx="647700" cy="213360"/>
            <a:chOff x="11079480" y="2903220"/>
            <a:chExt cx="647700" cy="213360"/>
          </a:xfrm>
        </p:grpSpPr>
        <p:sp>
          <p:nvSpPr>
            <p:cNvPr id="430" name="Rank body 5"/>
            <p:cNvSpPr/>
            <p:nvPr/>
          </p:nvSpPr>
          <p:spPr>
            <a:xfrm>
              <a:off x="11079480" y="290322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Rank body 5 / label"/>
            <p:cNvSpPr txBox="1"/>
            <p:nvPr/>
          </p:nvSpPr>
          <p:spPr>
            <a:xfrm>
              <a:off x="11125200" y="2926080"/>
              <a:ext cx="55626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0" i="0">
                  <a:solidFill>
                    <a:srgbClr val="172C36"/>
                  </a:solidFill>
                  <a:latin typeface="Arial" panose="020B0604020202020204"/>
                </a:rPr>
                <a:t>body 5</a:t>
              </a:r>
              <a:endParaRPr sz="1020" b="0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433" name="All sender ranks bracket / segment 0"/>
          <p:cNvCxnSpPr/>
          <p:nvPr/>
        </p:nvCxnSpPr>
        <p:spPr>
          <a:xfrm>
            <a:off x="4777740" y="1219200"/>
            <a:ext cx="83820" cy="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All sender ranks bracket / segment 1"/>
          <p:cNvCxnSpPr/>
          <p:nvPr/>
        </p:nvCxnSpPr>
        <p:spPr>
          <a:xfrm>
            <a:off x="4861560" y="1219200"/>
            <a:ext cx="0" cy="193548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All sender ranks bracket / segment 2"/>
          <p:cNvCxnSpPr/>
          <p:nvPr/>
        </p:nvCxnSpPr>
        <p:spPr>
          <a:xfrm flipH="1">
            <a:off x="4777740" y="3154680"/>
            <a:ext cx="83820" cy="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All receiver ranks bracket / segment 0"/>
          <p:cNvCxnSpPr/>
          <p:nvPr/>
        </p:nvCxnSpPr>
        <p:spPr>
          <a:xfrm flipH="1">
            <a:off x="6294120" y="1219200"/>
            <a:ext cx="83820" cy="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All receiver ranks bracket / segment 1"/>
          <p:cNvCxnSpPr/>
          <p:nvPr/>
        </p:nvCxnSpPr>
        <p:spPr>
          <a:xfrm>
            <a:off x="6294120" y="1219200"/>
            <a:ext cx="0" cy="193548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All receiver ranks bracket / segment 2"/>
          <p:cNvCxnSpPr/>
          <p:nvPr/>
        </p:nvCxnSpPr>
        <p:spPr>
          <a:xfrm>
            <a:off x="6294120" y="3154680"/>
            <a:ext cx="83820" cy="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Chunked exchange caption"/>
          <p:cNvSpPr txBox="1"/>
          <p:nvPr/>
        </p:nvSpPr>
        <p:spPr>
          <a:xfrm>
            <a:off x="4922520" y="1516380"/>
            <a:ext cx="1318260" cy="472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Chunked</a:t>
            </a:r>
            <a:endParaRPr sz="1260" b="1" i="0">
              <a:solidFill>
                <a:srgbClr val="172C36"/>
              </a:solidFill>
              <a:latin typeface="Arial" panose="020B0604020202020204"/>
            </a:endParaRPr>
          </a:p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MPI exchange</a:t>
            </a:r>
          </a:p>
        </p:txBody>
      </p:sp>
      <p:cxnSp>
        <p:nvCxnSpPr>
          <p:cNvPr id="440" name="Distributed transpose / segment 0"/>
          <p:cNvCxnSpPr/>
          <p:nvPr/>
        </p:nvCxnSpPr>
        <p:spPr>
          <a:xfrm>
            <a:off x="4861560" y="2156460"/>
            <a:ext cx="1432560" cy="0"/>
          </a:xfrm>
          <a:prstGeom prst="line">
            <a:avLst/>
          </a:prstGeom>
          <a:ln w="32004">
            <a:solidFill>
              <a:srgbClr val="197B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Self-owned local path / segment 0"/>
          <p:cNvCxnSpPr/>
          <p:nvPr/>
        </p:nvCxnSpPr>
        <p:spPr>
          <a:xfrm>
            <a:off x="5166360" y="2385060"/>
            <a:ext cx="0" cy="137160"/>
          </a:xfrm>
          <a:prstGeom prst="line">
            <a:avLst/>
          </a:prstGeom>
          <a:ln w="13716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Self-owned local path / segment 1"/>
          <p:cNvCxnSpPr/>
          <p:nvPr/>
        </p:nvCxnSpPr>
        <p:spPr>
          <a:xfrm>
            <a:off x="5166360" y="2522220"/>
            <a:ext cx="876300" cy="0"/>
          </a:xfrm>
          <a:prstGeom prst="line">
            <a:avLst/>
          </a:prstGeom>
          <a:ln w="13716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Self-owned local path / segment 2"/>
          <p:cNvCxnSpPr/>
          <p:nvPr/>
        </p:nvCxnSpPr>
        <p:spPr>
          <a:xfrm flipV="1">
            <a:off x="6042660" y="2385060"/>
            <a:ext cx="0" cy="137160"/>
          </a:xfrm>
          <a:prstGeom prst="line">
            <a:avLst/>
          </a:prstGeom>
          <a:ln w="13716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Self-owned local caption"/>
          <p:cNvSpPr txBox="1"/>
          <p:nvPr/>
        </p:nvSpPr>
        <p:spPr>
          <a:xfrm>
            <a:off x="4922520" y="2628900"/>
            <a:ext cx="1356360" cy="3733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Local data:</a:t>
            </a:r>
            <a:endParaRPr sz="1140" b="0" i="0">
              <a:solidFill>
                <a:srgbClr val="172C36"/>
              </a:solidFill>
              <a:latin typeface="Arial" panose="020B0604020202020204"/>
            </a:endParaRPr>
          </a:p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no network transfer</a:t>
            </a:r>
          </a:p>
        </p:txBody>
      </p:sp>
      <p:sp>
        <p:nvSpPr>
          <p:cNvPr id="445" name="Destination color legend"/>
          <p:cNvSpPr txBox="1"/>
          <p:nvPr/>
        </p:nvSpPr>
        <p:spPr>
          <a:xfrm>
            <a:off x="2667000" y="3436620"/>
            <a:ext cx="127254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Destination rank</a:t>
            </a:r>
            <a:endParaRPr sz="114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446" name="Source and local segment legend"/>
          <p:cNvSpPr txBox="1"/>
          <p:nvPr/>
        </p:nvSpPr>
        <p:spPr>
          <a:xfrm>
            <a:off x="6545580" y="3238500"/>
            <a:ext cx="217932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Segments by source</a:t>
            </a:r>
            <a:endParaRPr lang="en-US" sz="102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447" name="Output body clarification"/>
          <p:cNvSpPr txBox="1"/>
          <p:nvPr/>
        </p:nvSpPr>
        <p:spPr>
          <a:xfrm>
            <a:off x="9235440" y="3238500"/>
            <a:ext cx="150876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Merged records</a:t>
            </a:r>
            <a:endParaRPr lang="en-US" altLang="zh-CN"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448" name="Partition policy inset"/>
          <p:cNvSpPr/>
          <p:nvPr/>
        </p:nvSpPr>
        <p:spPr>
          <a:xfrm>
            <a:off x="213360" y="3901440"/>
            <a:ext cx="4693920" cy="284226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192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Partition policy inset / heading"/>
          <p:cNvSpPr txBox="1"/>
          <p:nvPr/>
        </p:nvSpPr>
        <p:spPr>
          <a:xfrm>
            <a:off x="327660" y="3977639"/>
            <a:ext cx="446532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2C36"/>
                </a:solidFill>
                <a:latin typeface="Arial"/>
              </a:rPr>
              <a:t>(b) Partitioning rules</a:t>
            </a:r>
            <a:endParaRPr sz="1440" b="1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450" name="Sort policy title"/>
          <p:cNvSpPr txBox="1"/>
          <p:nvPr/>
        </p:nvSpPr>
        <p:spPr>
          <a:xfrm>
            <a:off x="373380" y="4335780"/>
            <a:ext cx="76200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97BA3"/>
                </a:solidFill>
                <a:latin typeface="Arial" panose="020B0604020202020204"/>
              </a:rPr>
              <a:t>Sort</a:t>
            </a:r>
            <a:endParaRPr sz="1380" b="1" i="0">
              <a:solidFill>
                <a:srgbClr val="197BA3"/>
              </a:solidFill>
              <a:latin typeface="Arial" panose="020B0604020202020204"/>
            </a:endParaRPr>
          </a:p>
        </p:txBody>
      </p:sp>
      <p:sp>
        <p:nvSpPr>
          <p:cNvPr id="451" name="Sort policy summary"/>
          <p:cNvSpPr txBox="1"/>
          <p:nvPr/>
        </p:nvSpPr>
        <p:spPr>
          <a:xfrm>
            <a:off x="1257300" y="4343400"/>
            <a:ext cx="345948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C36"/>
                </a:solidFill>
                <a:latin typeface="Arial"/>
              </a:rPr>
              <a:t>Samples → 5 splitters → 6 ranges</a:t>
            </a:r>
            <a:endParaRPr sz="120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454" name="Coordinate owner range 0 [editable group]"/>
          <p:cNvGrpSpPr/>
          <p:nvPr/>
        </p:nvGrpSpPr>
        <p:grpSpPr>
          <a:xfrm>
            <a:off x="434340" y="4831080"/>
            <a:ext cx="701040" cy="266700"/>
            <a:chOff x="434340" y="4831080"/>
            <a:chExt cx="701040" cy="266700"/>
          </a:xfrm>
        </p:grpSpPr>
        <p:sp>
          <p:nvSpPr>
            <p:cNvPr id="452" name="Coordinate owner range 0"/>
            <p:cNvSpPr/>
            <p:nvPr/>
          </p:nvSpPr>
          <p:spPr>
            <a:xfrm>
              <a:off x="434340" y="4831080"/>
              <a:ext cx="701040" cy="26670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Coordinate owner range 0 / label"/>
            <p:cNvSpPr txBox="1"/>
            <p:nvPr/>
          </p:nvSpPr>
          <p:spPr>
            <a:xfrm>
              <a:off x="48006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0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grpSp>
        <p:nvGrpSpPr>
          <p:cNvPr id="457" name="Coordinate owner range 1 [editable group]"/>
          <p:cNvGrpSpPr/>
          <p:nvPr/>
        </p:nvGrpSpPr>
        <p:grpSpPr>
          <a:xfrm>
            <a:off x="1135380" y="4831080"/>
            <a:ext cx="701040" cy="266700"/>
            <a:chOff x="1135380" y="4831080"/>
            <a:chExt cx="701040" cy="266700"/>
          </a:xfrm>
        </p:grpSpPr>
        <p:sp>
          <p:nvSpPr>
            <p:cNvPr id="455" name="Coordinate owner range 1"/>
            <p:cNvSpPr/>
            <p:nvPr/>
          </p:nvSpPr>
          <p:spPr>
            <a:xfrm>
              <a:off x="1135380" y="4831080"/>
              <a:ext cx="701040" cy="26670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Coordinate owner range 1 / label"/>
            <p:cNvSpPr txBox="1"/>
            <p:nvPr/>
          </p:nvSpPr>
          <p:spPr>
            <a:xfrm>
              <a:off x="118110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1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458" name="Splitter tick 1 / segment 0"/>
          <p:cNvCxnSpPr/>
          <p:nvPr/>
        </p:nvCxnSpPr>
        <p:spPr>
          <a:xfrm>
            <a:off x="113538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Splitter label 1"/>
          <p:cNvSpPr txBox="1"/>
          <p:nvPr/>
        </p:nvSpPr>
        <p:spPr>
          <a:xfrm>
            <a:off x="967740" y="4572000"/>
            <a:ext cx="3352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s1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462" name="Coordinate owner range 2 [editable group]"/>
          <p:cNvGrpSpPr/>
          <p:nvPr/>
        </p:nvGrpSpPr>
        <p:grpSpPr>
          <a:xfrm>
            <a:off x="1836420" y="4831080"/>
            <a:ext cx="701040" cy="266700"/>
            <a:chOff x="1836420" y="4831080"/>
            <a:chExt cx="701040" cy="266700"/>
          </a:xfrm>
        </p:grpSpPr>
        <p:sp>
          <p:nvSpPr>
            <p:cNvPr id="460" name="Coordinate owner range 2"/>
            <p:cNvSpPr/>
            <p:nvPr/>
          </p:nvSpPr>
          <p:spPr>
            <a:xfrm>
              <a:off x="1836420" y="4831080"/>
              <a:ext cx="701040" cy="26670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Coordinate owner range 2 / label"/>
            <p:cNvSpPr txBox="1"/>
            <p:nvPr/>
          </p:nvSpPr>
          <p:spPr>
            <a:xfrm>
              <a:off x="1882139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2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463" name="Splitter tick 2 / segment 0"/>
          <p:cNvCxnSpPr/>
          <p:nvPr/>
        </p:nvCxnSpPr>
        <p:spPr>
          <a:xfrm>
            <a:off x="183642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Splitter label 2"/>
          <p:cNvSpPr txBox="1"/>
          <p:nvPr/>
        </p:nvSpPr>
        <p:spPr>
          <a:xfrm>
            <a:off x="1668780" y="4572000"/>
            <a:ext cx="3352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s2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467" name="Coordinate owner range 3 [editable group]"/>
          <p:cNvGrpSpPr/>
          <p:nvPr/>
        </p:nvGrpSpPr>
        <p:grpSpPr>
          <a:xfrm>
            <a:off x="2537460" y="4831080"/>
            <a:ext cx="701040" cy="266700"/>
            <a:chOff x="2537460" y="4831080"/>
            <a:chExt cx="701040" cy="266700"/>
          </a:xfrm>
        </p:grpSpPr>
        <p:sp>
          <p:nvSpPr>
            <p:cNvPr id="465" name="Coordinate owner range 3"/>
            <p:cNvSpPr/>
            <p:nvPr/>
          </p:nvSpPr>
          <p:spPr>
            <a:xfrm>
              <a:off x="2537460" y="4831080"/>
              <a:ext cx="701040" cy="26670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Coordinate owner range 3 / label"/>
            <p:cNvSpPr txBox="1"/>
            <p:nvPr/>
          </p:nvSpPr>
          <p:spPr>
            <a:xfrm>
              <a:off x="258318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3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468" name="Splitter tick 3 / segment 0"/>
          <p:cNvCxnSpPr/>
          <p:nvPr/>
        </p:nvCxnSpPr>
        <p:spPr>
          <a:xfrm>
            <a:off x="253746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Splitter label 3"/>
          <p:cNvSpPr txBox="1"/>
          <p:nvPr/>
        </p:nvSpPr>
        <p:spPr>
          <a:xfrm>
            <a:off x="2369820" y="4572000"/>
            <a:ext cx="3352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s3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472" name="Coordinate owner range 4 [editable group]"/>
          <p:cNvGrpSpPr/>
          <p:nvPr/>
        </p:nvGrpSpPr>
        <p:grpSpPr>
          <a:xfrm>
            <a:off x="3238500" y="4831080"/>
            <a:ext cx="701040" cy="266700"/>
            <a:chOff x="3238500" y="4831080"/>
            <a:chExt cx="701040" cy="266700"/>
          </a:xfrm>
        </p:grpSpPr>
        <p:sp>
          <p:nvSpPr>
            <p:cNvPr id="470" name="Coordinate owner range 4"/>
            <p:cNvSpPr/>
            <p:nvPr/>
          </p:nvSpPr>
          <p:spPr>
            <a:xfrm>
              <a:off x="3238500" y="4831080"/>
              <a:ext cx="701040" cy="26670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Coordinate owner range 4 / label"/>
            <p:cNvSpPr txBox="1"/>
            <p:nvPr/>
          </p:nvSpPr>
          <p:spPr>
            <a:xfrm>
              <a:off x="328422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4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473" name="Splitter tick 4 / segment 0"/>
          <p:cNvCxnSpPr/>
          <p:nvPr/>
        </p:nvCxnSpPr>
        <p:spPr>
          <a:xfrm>
            <a:off x="323850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Splitter label 4"/>
          <p:cNvSpPr txBox="1"/>
          <p:nvPr/>
        </p:nvSpPr>
        <p:spPr>
          <a:xfrm>
            <a:off x="3070860" y="4572000"/>
            <a:ext cx="3352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s4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477" name="Coordinate owner range 5 [editable group]"/>
          <p:cNvGrpSpPr/>
          <p:nvPr/>
        </p:nvGrpSpPr>
        <p:grpSpPr>
          <a:xfrm>
            <a:off x="3939540" y="4831080"/>
            <a:ext cx="701040" cy="266700"/>
            <a:chOff x="3939540" y="4831080"/>
            <a:chExt cx="701040" cy="266700"/>
          </a:xfrm>
        </p:grpSpPr>
        <p:sp>
          <p:nvSpPr>
            <p:cNvPr id="475" name="Coordinate owner range 5"/>
            <p:cNvSpPr/>
            <p:nvPr/>
          </p:nvSpPr>
          <p:spPr>
            <a:xfrm>
              <a:off x="3939540" y="4831080"/>
              <a:ext cx="701040" cy="26670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Coordinate owner range 5 / label"/>
            <p:cNvSpPr txBox="1"/>
            <p:nvPr/>
          </p:nvSpPr>
          <p:spPr>
            <a:xfrm>
              <a:off x="398526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5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cxnSp>
        <p:nvCxnSpPr>
          <p:cNvPr id="478" name="Splitter tick 5 / segment 0"/>
          <p:cNvCxnSpPr/>
          <p:nvPr/>
        </p:nvCxnSpPr>
        <p:spPr>
          <a:xfrm>
            <a:off x="393954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Splitter label 5"/>
          <p:cNvSpPr txBox="1"/>
          <p:nvPr/>
        </p:nvSpPr>
        <p:spPr>
          <a:xfrm>
            <a:off x="3771900" y="4572000"/>
            <a:ext cx="3352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s5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480" name="Sort coordinate order"/>
          <p:cNvSpPr txBox="1"/>
          <p:nvPr/>
        </p:nvSpPr>
        <p:spPr>
          <a:xfrm>
            <a:off x="396240" y="5166360"/>
            <a:ext cx="427482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BA3"/>
                </a:solidFill>
                <a:latin typeface="Arial" panose="020B0604020202020204"/>
              </a:rPr>
              <a:t>Global coordinate order</a:t>
            </a:r>
            <a:endParaRPr sz="1200" b="1" i="0">
              <a:solidFill>
                <a:srgbClr val="197BA3"/>
              </a:solidFill>
              <a:latin typeface="Arial" panose="020B0604020202020204"/>
            </a:endParaRPr>
          </a:p>
        </p:txBody>
      </p:sp>
      <p:cxnSp>
        <p:nvCxnSpPr>
          <p:cNvPr id="481" name="Increasing coordinate axis / segment 0"/>
          <p:cNvCxnSpPr/>
          <p:nvPr/>
        </p:nvCxnSpPr>
        <p:spPr>
          <a:xfrm>
            <a:off x="640080" y="5425440"/>
            <a:ext cx="3787140" cy="0"/>
          </a:xfrm>
          <a:prstGeom prst="line">
            <a:avLst/>
          </a:prstGeom>
          <a:ln w="12192">
            <a:solidFill>
              <a:srgbClr val="197B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Collate policy title"/>
          <p:cNvSpPr txBox="1"/>
          <p:nvPr/>
        </p:nvSpPr>
        <p:spPr>
          <a:xfrm>
            <a:off x="373380" y="5570220"/>
            <a:ext cx="91440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57834A"/>
                </a:solidFill>
                <a:latin typeface="Arial" panose="020B0604020202020204"/>
              </a:rPr>
              <a:t>Collate</a:t>
            </a:r>
            <a:endParaRPr sz="1380" b="1" i="0">
              <a:solidFill>
                <a:srgbClr val="57834A"/>
              </a:solidFill>
              <a:latin typeface="Arial" panose="020B0604020202020204"/>
            </a:endParaRPr>
          </a:p>
        </p:txBody>
      </p:sp>
      <p:sp>
        <p:nvSpPr>
          <p:cNvPr id="483" name="Collate mapping formula"/>
          <p:cNvSpPr txBox="1"/>
          <p:nvPr/>
        </p:nvSpPr>
        <p:spPr>
          <a:xfrm>
            <a:off x="1348740" y="5554980"/>
            <a:ext cx="338328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C36"/>
                </a:solidFill>
                <a:latin typeface="Arial"/>
              </a:rPr>
              <a:t>QNAME hash → 66 bins → 6 ranks</a:t>
            </a:r>
            <a:endParaRPr sz="120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484" name="Bin range 0"/>
          <p:cNvSpPr txBox="1"/>
          <p:nvPr/>
        </p:nvSpPr>
        <p:spPr>
          <a:xfrm>
            <a:off x="434340" y="5836920"/>
            <a:ext cx="70104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0–10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487" name="Collate owner range 0 [editable group]"/>
          <p:cNvGrpSpPr/>
          <p:nvPr/>
        </p:nvGrpSpPr>
        <p:grpSpPr>
          <a:xfrm>
            <a:off x="434340" y="6050280"/>
            <a:ext cx="701040" cy="243840"/>
            <a:chOff x="434340" y="6050280"/>
            <a:chExt cx="701040" cy="243840"/>
          </a:xfrm>
        </p:grpSpPr>
        <p:sp>
          <p:nvSpPr>
            <p:cNvPr id="485" name="Collate owner range 0"/>
            <p:cNvSpPr/>
            <p:nvPr/>
          </p:nvSpPr>
          <p:spPr>
            <a:xfrm>
              <a:off x="434340" y="6050280"/>
              <a:ext cx="701040" cy="24384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6" name="Collate owner range 0 / label"/>
            <p:cNvSpPr txBox="1"/>
            <p:nvPr/>
          </p:nvSpPr>
          <p:spPr>
            <a:xfrm>
              <a:off x="48006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0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488" name="Bin range 1"/>
          <p:cNvSpPr txBox="1"/>
          <p:nvPr/>
        </p:nvSpPr>
        <p:spPr>
          <a:xfrm>
            <a:off x="1135380" y="5836920"/>
            <a:ext cx="70104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11–21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491" name="Collate owner range 1 [editable group]"/>
          <p:cNvGrpSpPr/>
          <p:nvPr/>
        </p:nvGrpSpPr>
        <p:grpSpPr>
          <a:xfrm>
            <a:off x="1135380" y="6050280"/>
            <a:ext cx="701040" cy="243840"/>
            <a:chOff x="1135380" y="6050280"/>
            <a:chExt cx="701040" cy="243840"/>
          </a:xfrm>
        </p:grpSpPr>
        <p:sp>
          <p:nvSpPr>
            <p:cNvPr id="489" name="Collate owner range 1"/>
            <p:cNvSpPr/>
            <p:nvPr/>
          </p:nvSpPr>
          <p:spPr>
            <a:xfrm>
              <a:off x="1135380" y="6050280"/>
              <a:ext cx="701040" cy="24384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0" name="Collate owner range 1 / label"/>
            <p:cNvSpPr txBox="1"/>
            <p:nvPr/>
          </p:nvSpPr>
          <p:spPr>
            <a:xfrm>
              <a:off x="118110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1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492" name="Bin range 2"/>
          <p:cNvSpPr txBox="1"/>
          <p:nvPr/>
        </p:nvSpPr>
        <p:spPr>
          <a:xfrm>
            <a:off x="1836420" y="5836920"/>
            <a:ext cx="70104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22–32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495" name="Collate owner range 2 [editable group]"/>
          <p:cNvGrpSpPr/>
          <p:nvPr/>
        </p:nvGrpSpPr>
        <p:grpSpPr>
          <a:xfrm>
            <a:off x="1836420" y="6050280"/>
            <a:ext cx="701040" cy="243840"/>
            <a:chOff x="1836420" y="6050280"/>
            <a:chExt cx="701040" cy="243840"/>
          </a:xfrm>
        </p:grpSpPr>
        <p:sp>
          <p:nvSpPr>
            <p:cNvPr id="493" name="Collate owner range 2"/>
            <p:cNvSpPr/>
            <p:nvPr/>
          </p:nvSpPr>
          <p:spPr>
            <a:xfrm>
              <a:off x="1836420" y="6050280"/>
              <a:ext cx="701040" cy="24384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Collate owner range 2 / label"/>
            <p:cNvSpPr txBox="1"/>
            <p:nvPr/>
          </p:nvSpPr>
          <p:spPr>
            <a:xfrm>
              <a:off x="1882139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2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496" name="Bin range 3"/>
          <p:cNvSpPr txBox="1"/>
          <p:nvPr/>
        </p:nvSpPr>
        <p:spPr>
          <a:xfrm>
            <a:off x="2537460" y="5836920"/>
            <a:ext cx="70104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33–43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499" name="Collate owner range 3 [editable group]"/>
          <p:cNvGrpSpPr/>
          <p:nvPr/>
        </p:nvGrpSpPr>
        <p:grpSpPr>
          <a:xfrm>
            <a:off x="2537460" y="6050280"/>
            <a:ext cx="701040" cy="243840"/>
            <a:chOff x="2537460" y="6050280"/>
            <a:chExt cx="701040" cy="243840"/>
          </a:xfrm>
        </p:grpSpPr>
        <p:sp>
          <p:nvSpPr>
            <p:cNvPr id="497" name="Collate owner range 3"/>
            <p:cNvSpPr/>
            <p:nvPr/>
          </p:nvSpPr>
          <p:spPr>
            <a:xfrm>
              <a:off x="2537460" y="6050280"/>
              <a:ext cx="701040" cy="24384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Collate owner range 3 / label"/>
            <p:cNvSpPr txBox="1"/>
            <p:nvPr/>
          </p:nvSpPr>
          <p:spPr>
            <a:xfrm>
              <a:off x="258318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3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500" name="Bin range 4"/>
          <p:cNvSpPr txBox="1"/>
          <p:nvPr/>
        </p:nvSpPr>
        <p:spPr>
          <a:xfrm>
            <a:off x="3238500" y="5836920"/>
            <a:ext cx="70104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44–54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503" name="Collate owner range 4 [editable group]"/>
          <p:cNvGrpSpPr/>
          <p:nvPr/>
        </p:nvGrpSpPr>
        <p:grpSpPr>
          <a:xfrm>
            <a:off x="3238500" y="6050280"/>
            <a:ext cx="701040" cy="243840"/>
            <a:chOff x="3238500" y="6050280"/>
            <a:chExt cx="701040" cy="243840"/>
          </a:xfrm>
        </p:grpSpPr>
        <p:sp>
          <p:nvSpPr>
            <p:cNvPr id="501" name="Collate owner range 4"/>
            <p:cNvSpPr/>
            <p:nvPr/>
          </p:nvSpPr>
          <p:spPr>
            <a:xfrm>
              <a:off x="3238500" y="6050280"/>
              <a:ext cx="701040" cy="24384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Collate owner range 4 / label"/>
            <p:cNvSpPr txBox="1"/>
            <p:nvPr/>
          </p:nvSpPr>
          <p:spPr>
            <a:xfrm>
              <a:off x="328422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4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504" name="Bin range 5"/>
          <p:cNvSpPr txBox="1"/>
          <p:nvPr/>
        </p:nvSpPr>
        <p:spPr>
          <a:xfrm>
            <a:off x="3939540" y="5836920"/>
            <a:ext cx="70104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 panose="020B0604020202020204"/>
              </a:rPr>
              <a:t>55–65</a:t>
            </a:r>
            <a:endParaRPr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grpSp>
        <p:nvGrpSpPr>
          <p:cNvPr id="507" name="Collate owner range 5 [editable group]"/>
          <p:cNvGrpSpPr/>
          <p:nvPr/>
        </p:nvGrpSpPr>
        <p:grpSpPr>
          <a:xfrm>
            <a:off x="3939540" y="6050280"/>
            <a:ext cx="701040" cy="243840"/>
            <a:chOff x="3939540" y="6050280"/>
            <a:chExt cx="701040" cy="243840"/>
          </a:xfrm>
        </p:grpSpPr>
        <p:sp>
          <p:nvSpPr>
            <p:cNvPr id="505" name="Collate owner range 5"/>
            <p:cNvSpPr/>
            <p:nvPr/>
          </p:nvSpPr>
          <p:spPr>
            <a:xfrm>
              <a:off x="3939540" y="6050280"/>
              <a:ext cx="701040" cy="24384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6" name="Collate owner range 5 / label"/>
            <p:cNvSpPr txBox="1"/>
            <p:nvPr/>
          </p:nvSpPr>
          <p:spPr>
            <a:xfrm>
              <a:off x="398526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 i="0">
                  <a:solidFill>
                    <a:srgbClr val="172C36"/>
                  </a:solidFill>
                  <a:latin typeface="Arial"/>
                </a:rPr>
                <a:t>rank 5</a:t>
              </a:r>
              <a:endParaRPr sz="1200" b="1" i="0">
                <a:solidFill>
                  <a:srgbClr val="172C36"/>
                </a:solidFill>
                <a:latin typeface="Arial" panose="020B0604020202020204"/>
              </a:endParaRPr>
            </a:p>
          </p:txBody>
        </p:sp>
      </p:grpSp>
      <p:sp>
        <p:nvSpPr>
          <p:cNvPr id="566" name="Output body clarification"/>
          <p:cNvSpPr txBox="1"/>
          <p:nvPr/>
        </p:nvSpPr>
        <p:spPr>
          <a:xfrm>
            <a:off x="8641080" y="1081405"/>
            <a:ext cx="625475" cy="2063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Merge</a:t>
            </a:r>
            <a:endParaRPr lang="en-US"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568" name="圆角矩形 567"/>
          <p:cNvSpPr/>
          <p:nvPr/>
        </p:nvSpPr>
        <p:spPr>
          <a:xfrm>
            <a:off x="2850515" y="2835275"/>
            <a:ext cx="342000" cy="340360"/>
          </a:xfrm>
          <a:prstGeom prst="roundRect">
            <a:avLst/>
          </a:prstGeom>
          <a:noFill/>
          <a:ln w="25400">
            <a:solidFill>
              <a:srgbClr val="0B77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0" name="下箭头 569"/>
          <p:cNvSpPr/>
          <p:nvPr/>
        </p:nvSpPr>
        <p:spPr>
          <a:xfrm>
            <a:off x="3024943" y="3262742"/>
            <a:ext cx="46012" cy="11355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1" name="Source and local segment legend"/>
          <p:cNvSpPr txBox="1"/>
          <p:nvPr/>
        </p:nvSpPr>
        <p:spPr>
          <a:xfrm>
            <a:off x="1066800" y="3238500"/>
            <a:ext cx="150876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Decoded BAM records</a:t>
            </a:r>
            <a:endParaRPr lang="en-US" altLang="zh-CN" sz="102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572" name="Source and local segment legend"/>
          <p:cNvSpPr txBox="1"/>
          <p:nvPr/>
        </p:nvSpPr>
        <p:spPr>
          <a:xfrm>
            <a:off x="3238500" y="3238500"/>
            <a:ext cx="140208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Sorted metadata</a:t>
            </a:r>
            <a:endParaRPr lang="en-US" altLang="zh-CN" sz="102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573" name="Sort coordinate order"/>
          <p:cNvSpPr txBox="1"/>
          <p:nvPr/>
        </p:nvSpPr>
        <p:spPr>
          <a:xfrm>
            <a:off x="373380" y="6400800"/>
            <a:ext cx="439674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97BA3"/>
                </a:solidFill>
                <a:latin typeface="Arial"/>
              </a:rPr>
              <a:t>Records with the same QNAME are contiguous</a:t>
            </a:r>
            <a:endParaRPr sz="1200" b="1" i="0">
              <a:solidFill>
                <a:srgbClr val="197BA3"/>
              </a:solidFill>
              <a:latin typeface="Arial" panose="020B0604020202020204"/>
            </a:endParaRPr>
          </a:p>
        </p:txBody>
      </p:sp>
      <p:sp>
        <p:nvSpPr>
          <p:cNvPr id="576" name="圆角矩形 575"/>
          <p:cNvSpPr/>
          <p:nvPr/>
        </p:nvSpPr>
        <p:spPr>
          <a:xfrm>
            <a:off x="683895" y="2837815"/>
            <a:ext cx="342000" cy="340360"/>
          </a:xfrm>
          <a:prstGeom prst="roundRect">
            <a:avLst/>
          </a:prstGeom>
          <a:noFill/>
          <a:ln w="25400">
            <a:solidFill>
              <a:srgbClr val="0B77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7" name="下箭头 576"/>
          <p:cNvSpPr/>
          <p:nvPr/>
        </p:nvSpPr>
        <p:spPr>
          <a:xfrm>
            <a:off x="822763" y="3265282"/>
            <a:ext cx="46012" cy="11355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8" name="Destination color legend"/>
          <p:cNvSpPr txBox="1"/>
          <p:nvPr/>
        </p:nvSpPr>
        <p:spPr>
          <a:xfrm>
            <a:off x="502920" y="3436620"/>
            <a:ext cx="127254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Destination rank</a:t>
            </a:r>
            <a:endParaRPr sz="114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579" name="Output body clarification"/>
          <p:cNvSpPr txBox="1"/>
          <p:nvPr/>
        </p:nvSpPr>
        <p:spPr>
          <a:xfrm>
            <a:off x="10820400" y="3238500"/>
            <a:ext cx="106680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BGZF blocks</a:t>
            </a:r>
            <a:endParaRPr lang="en-US" altLang="zh-CN" sz="1080" b="0" i="0">
              <a:solidFill>
                <a:srgbClr val="172C36"/>
              </a:solidFill>
              <a:latin typeface="Arial" panose="020B0604020202020204"/>
            </a:endParaRPr>
          </a:p>
        </p:txBody>
      </p:sp>
      <p:sp>
        <p:nvSpPr>
          <p:cNvPr id="580" name="Unified storage panel"/>
          <p:cNvSpPr/>
          <p:nvPr/>
        </p:nvSpPr>
        <p:spPr>
          <a:xfrm>
            <a:off x="5059680" y="3901440"/>
            <a:ext cx="6918960" cy="284226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192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Unified storage panel / heading"/>
          <p:cNvSpPr txBox="1"/>
          <p:nvPr/>
        </p:nvSpPr>
        <p:spPr>
          <a:xfrm>
            <a:off x="5173980" y="3977639"/>
            <a:ext cx="6690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2C36"/>
                </a:solidFill>
                <a:latin typeface="Arial"/>
              </a:rPr>
              <a:t>(c) Shared workflow with alternative storage</a:t>
            </a:r>
          </a:p>
        </p:txBody>
      </p:sp>
      <p:sp>
        <p:nvSpPr>
          <p:cNvPr id="582" name="Memory legend swatch"/>
          <p:cNvSpPr/>
          <p:nvPr/>
        </p:nvSpPr>
        <p:spPr>
          <a:xfrm>
            <a:off x="5257800" y="4305300"/>
            <a:ext cx="137160" cy="137160"/>
          </a:xfrm>
          <a:prstGeom prst="rect">
            <a:avLst/>
          </a:prstGeom>
          <a:solidFill>
            <a:srgbClr val="D5EDF8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Memory legend"/>
          <p:cNvSpPr txBox="1"/>
          <p:nvPr/>
        </p:nvSpPr>
        <p:spPr>
          <a:xfrm>
            <a:off x="5455920" y="4259580"/>
            <a:ext cx="899160" cy="2209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In-memory</a:t>
            </a:r>
          </a:p>
        </p:txBody>
      </p:sp>
      <p:sp>
        <p:nvSpPr>
          <p:cNvPr id="584" name="External legend swatch"/>
          <p:cNvSpPr/>
          <p:nvPr/>
        </p:nvSpPr>
        <p:spPr>
          <a:xfrm>
            <a:off x="6545580" y="4305300"/>
            <a:ext cx="137160" cy="137160"/>
          </a:xfrm>
          <a:prstGeom prst="rect">
            <a:avLst/>
          </a:prstGeom>
          <a:solidFill>
            <a:srgbClr val="E8E1F2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External legend"/>
          <p:cNvSpPr txBox="1"/>
          <p:nvPr/>
        </p:nvSpPr>
        <p:spPr>
          <a:xfrm>
            <a:off x="6743700" y="4259580"/>
            <a:ext cx="830580" cy="2209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External</a:t>
            </a:r>
          </a:p>
        </p:txBody>
      </p:sp>
      <p:cxnSp>
        <p:nvCxnSpPr>
          <p:cNvPr id="586" name="External iteration legend line / segment 0"/>
          <p:cNvCxnSpPr/>
          <p:nvPr/>
        </p:nvCxnSpPr>
        <p:spPr>
          <a:xfrm>
            <a:off x="8001000" y="4373880"/>
            <a:ext cx="411480" cy="0"/>
          </a:xfrm>
          <a:prstGeom prst="line">
            <a:avLst/>
          </a:prstGeom>
          <a:ln w="12954">
            <a:solidFill>
              <a:srgbClr val="9A762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7" name="External iteration legend label"/>
          <p:cNvSpPr txBox="1"/>
          <p:nvPr/>
        </p:nvSpPr>
        <p:spPr>
          <a:xfrm>
            <a:off x="8503920" y="4259580"/>
            <a:ext cx="3208020" cy="2209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7625"/>
                </a:solidFill>
                <a:latin typeface="Arial"/>
              </a:rPr>
              <a:t>External mode only</a:t>
            </a:r>
          </a:p>
        </p:txBody>
      </p:sp>
      <p:grpSp>
        <p:nvGrpSpPr>
          <p:cNvPr id="588" name="Local sort operation [editable group]"/>
          <p:cNvGrpSpPr/>
          <p:nvPr/>
        </p:nvGrpSpPr>
        <p:grpSpPr>
          <a:xfrm>
            <a:off x="5227320" y="5013960"/>
            <a:ext cx="800100" cy="579120"/>
            <a:chOff x="5227320" y="5013960"/>
            <a:chExt cx="800100" cy="579120"/>
          </a:xfrm>
        </p:grpSpPr>
        <p:sp>
          <p:nvSpPr>
            <p:cNvPr id="589" name="Local sort operation"/>
            <p:cNvSpPr/>
            <p:nvPr/>
          </p:nvSpPr>
          <p:spPr>
            <a:xfrm>
              <a:off x="5227320" y="5013960"/>
              <a:ext cx="800100" cy="579120"/>
            </a:xfrm>
            <a:prstGeom prst="rect">
              <a:avLst/>
            </a:prstGeom>
            <a:solidFill>
              <a:srgbClr val="FFF7CE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Local sort operation / label"/>
            <p:cNvSpPr txBox="1"/>
            <p:nvPr/>
          </p:nvSpPr>
          <p:spPr>
            <a:xfrm>
              <a:off x="5273040" y="5036820"/>
              <a:ext cx="70866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172C36"/>
                  </a:solidFill>
                  <a:latin typeface="Arial"/>
                </a:rPr>
                <a:t>Local</a:t>
              </a:r>
            </a:p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172C36"/>
                  </a:solidFill>
                  <a:latin typeface="Arial"/>
                </a:rPr>
                <a:t>sort</a:t>
              </a:r>
            </a:p>
          </p:txBody>
        </p:sp>
      </p:grpSp>
      <p:sp>
        <p:nvSpPr>
          <p:cNvPr id="591" name="Local ordered storage / frame"/>
          <p:cNvSpPr/>
          <p:nvPr/>
        </p:nvSpPr>
        <p:spPr>
          <a:xfrm>
            <a:off x="6195060" y="4594860"/>
            <a:ext cx="1295400" cy="1249680"/>
          </a:xfrm>
          <a:prstGeom prst="rect">
            <a:avLst/>
          </a:prstGeom>
          <a:solidFill>
            <a:srgbClr val="FFFFFF"/>
          </a:solidFill>
          <a:ln w="11429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Local ordered storage / heading"/>
          <p:cNvSpPr txBox="1"/>
          <p:nvPr/>
        </p:nvSpPr>
        <p:spPr>
          <a:xfrm>
            <a:off x="6256020" y="4632960"/>
            <a:ext cx="117348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C36"/>
                </a:solidFill>
                <a:latin typeface="Arial"/>
              </a:rPr>
              <a:t>Local</a:t>
            </a:r>
          </a:p>
          <a:p>
            <a:pPr algn="ctr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C36"/>
                </a:solidFill>
                <a:latin typeface="Arial"/>
              </a:rPr>
              <a:t>sorted data</a:t>
            </a:r>
          </a:p>
        </p:txBody>
      </p:sp>
      <p:sp>
        <p:nvSpPr>
          <p:cNvPr id="593" name="Local ordered storage / memory choice"/>
          <p:cNvSpPr/>
          <p:nvPr/>
        </p:nvSpPr>
        <p:spPr>
          <a:xfrm>
            <a:off x="6256020" y="4983480"/>
            <a:ext cx="1173480" cy="320040"/>
          </a:xfrm>
          <a:prstGeom prst="rect">
            <a:avLst/>
          </a:prstGeom>
          <a:solidFill>
            <a:srgbClr val="D5EDF8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Local ordered storage / RAM label"/>
          <p:cNvSpPr txBox="1"/>
          <p:nvPr/>
        </p:nvSpPr>
        <p:spPr>
          <a:xfrm>
            <a:off x="6301740" y="5044440"/>
            <a:ext cx="46482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RAM</a:t>
            </a:r>
          </a:p>
        </p:txBody>
      </p:sp>
      <p:sp>
        <p:nvSpPr>
          <p:cNvPr id="595" name="Local ordered storage / RAM cell 0"/>
          <p:cNvSpPr/>
          <p:nvPr/>
        </p:nvSpPr>
        <p:spPr>
          <a:xfrm>
            <a:off x="6835140" y="5074920"/>
            <a:ext cx="160020" cy="137160"/>
          </a:xfrm>
          <a:prstGeom prst="rect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Local ordered storage / RAM cell 1"/>
          <p:cNvSpPr/>
          <p:nvPr/>
        </p:nvSpPr>
        <p:spPr>
          <a:xfrm>
            <a:off x="6995160" y="5074920"/>
            <a:ext cx="160020" cy="137160"/>
          </a:xfrm>
          <a:prstGeom prst="rect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Local ordered storage / RAM cell 2"/>
          <p:cNvSpPr/>
          <p:nvPr/>
        </p:nvSpPr>
        <p:spPr>
          <a:xfrm>
            <a:off x="7155180" y="5074920"/>
            <a:ext cx="160020" cy="137160"/>
          </a:xfrm>
          <a:prstGeom prst="rect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Local ordered storage / external choice"/>
          <p:cNvSpPr/>
          <p:nvPr/>
        </p:nvSpPr>
        <p:spPr>
          <a:xfrm>
            <a:off x="6256020" y="5387340"/>
            <a:ext cx="1173480" cy="381000"/>
          </a:xfrm>
          <a:prstGeom prst="rect">
            <a:avLst/>
          </a:prstGeom>
          <a:solidFill>
            <a:srgbClr val="E8E1F2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Local ordered storage / temporary label"/>
          <p:cNvSpPr txBox="1"/>
          <p:nvPr/>
        </p:nvSpPr>
        <p:spPr>
          <a:xfrm>
            <a:off x="6294120" y="5425440"/>
            <a:ext cx="754380" cy="2971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Temporary</a:t>
            </a:r>
          </a:p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runs</a:t>
            </a:r>
          </a:p>
        </p:txBody>
      </p:sp>
      <p:sp>
        <p:nvSpPr>
          <p:cNvPr id="600" name="Local ordered storage / temporary extent 2"/>
          <p:cNvSpPr/>
          <p:nvPr/>
        </p:nvSpPr>
        <p:spPr>
          <a:xfrm>
            <a:off x="7185660" y="5440680"/>
            <a:ext cx="182880" cy="220980"/>
          </a:xfrm>
          <a:prstGeom prst="foldedCorner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Local ordered storage / temporary extent 1"/>
          <p:cNvSpPr/>
          <p:nvPr/>
        </p:nvSpPr>
        <p:spPr>
          <a:xfrm>
            <a:off x="7162800" y="5463540"/>
            <a:ext cx="182880" cy="220980"/>
          </a:xfrm>
          <a:prstGeom prst="foldedCorner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Local ordered storage / temporary extent 0"/>
          <p:cNvSpPr/>
          <p:nvPr/>
        </p:nvSpPr>
        <p:spPr>
          <a:xfrm>
            <a:off x="7139940" y="5486400"/>
            <a:ext cx="182880" cy="220980"/>
          </a:xfrm>
          <a:prstGeom prst="foldedCorner">
            <a:avLst/>
          </a:prstGeom>
          <a:solidFill>
            <a:srgbClr val="E8E1F2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Local ordered storage / record line 0 / segment 0"/>
          <p:cNvCxnSpPr/>
          <p:nvPr/>
        </p:nvCxnSpPr>
        <p:spPr>
          <a:xfrm>
            <a:off x="7178040" y="5554980"/>
            <a:ext cx="106680" cy="0"/>
          </a:xfrm>
          <a:prstGeom prst="line">
            <a:avLst/>
          </a:prstGeom>
          <a:ln w="6858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Local ordered storage / record line 1 / segment 0"/>
          <p:cNvCxnSpPr/>
          <p:nvPr/>
        </p:nvCxnSpPr>
        <p:spPr>
          <a:xfrm>
            <a:off x="7178040" y="5600700"/>
            <a:ext cx="106680" cy="0"/>
          </a:xfrm>
          <a:prstGeom prst="line">
            <a:avLst/>
          </a:prstGeom>
          <a:ln w="6858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5" name="Chunked MPI operation [editable group]"/>
          <p:cNvGrpSpPr/>
          <p:nvPr/>
        </p:nvGrpSpPr>
        <p:grpSpPr>
          <a:xfrm>
            <a:off x="7658100" y="5013960"/>
            <a:ext cx="838200" cy="579120"/>
            <a:chOff x="7658100" y="5013960"/>
            <a:chExt cx="838200" cy="579120"/>
          </a:xfrm>
        </p:grpSpPr>
        <p:sp>
          <p:nvSpPr>
            <p:cNvPr id="606" name="Chunked MPI operation"/>
            <p:cNvSpPr/>
            <p:nvPr/>
          </p:nvSpPr>
          <p:spPr>
            <a:xfrm>
              <a:off x="7658100" y="5013960"/>
              <a:ext cx="838200" cy="57912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7" name="Chunked MPI operation / label"/>
            <p:cNvSpPr txBox="1"/>
            <p:nvPr/>
          </p:nvSpPr>
          <p:spPr>
            <a:xfrm>
              <a:off x="7703820" y="5036820"/>
              <a:ext cx="74676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Chunked</a:t>
              </a:r>
            </a:p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exchange</a:t>
              </a:r>
            </a:p>
          </p:txBody>
        </p:sp>
      </p:grpSp>
      <p:sp>
        <p:nvSpPr>
          <p:cNvPr id="608" name="Received segment storage / frame"/>
          <p:cNvSpPr/>
          <p:nvPr/>
        </p:nvSpPr>
        <p:spPr>
          <a:xfrm>
            <a:off x="8663940" y="4594860"/>
            <a:ext cx="1295400" cy="1249680"/>
          </a:xfrm>
          <a:prstGeom prst="rect">
            <a:avLst/>
          </a:prstGeom>
          <a:solidFill>
            <a:srgbClr val="FFFFFF"/>
          </a:solidFill>
          <a:ln w="11429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eived segment storage / heading"/>
          <p:cNvSpPr txBox="1"/>
          <p:nvPr/>
        </p:nvSpPr>
        <p:spPr>
          <a:xfrm>
            <a:off x="8724900" y="4632960"/>
            <a:ext cx="117348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C36"/>
                </a:solidFill>
                <a:latin typeface="Arial"/>
              </a:rPr>
              <a:t>Received</a:t>
            </a:r>
          </a:p>
          <a:p>
            <a:pPr algn="ctr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C36"/>
                </a:solidFill>
                <a:latin typeface="Arial"/>
              </a:rPr>
              <a:t>segments</a:t>
            </a:r>
          </a:p>
        </p:txBody>
      </p:sp>
      <p:sp>
        <p:nvSpPr>
          <p:cNvPr id="610" name="Received segment storage / memory choice"/>
          <p:cNvSpPr/>
          <p:nvPr/>
        </p:nvSpPr>
        <p:spPr>
          <a:xfrm>
            <a:off x="8724900" y="4983480"/>
            <a:ext cx="1173480" cy="320040"/>
          </a:xfrm>
          <a:prstGeom prst="rect">
            <a:avLst/>
          </a:prstGeom>
          <a:solidFill>
            <a:srgbClr val="D5EDF8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eived segment storage / RAM label"/>
          <p:cNvSpPr txBox="1"/>
          <p:nvPr/>
        </p:nvSpPr>
        <p:spPr>
          <a:xfrm>
            <a:off x="8770620" y="5044440"/>
            <a:ext cx="46482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RAM</a:t>
            </a:r>
          </a:p>
        </p:txBody>
      </p:sp>
      <p:sp>
        <p:nvSpPr>
          <p:cNvPr id="612" name="Received segment storage / RAM cell 0"/>
          <p:cNvSpPr/>
          <p:nvPr/>
        </p:nvSpPr>
        <p:spPr>
          <a:xfrm>
            <a:off x="9304020" y="5074920"/>
            <a:ext cx="160020" cy="137160"/>
          </a:xfrm>
          <a:prstGeom prst="rect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eived segment storage / RAM cell 1"/>
          <p:cNvSpPr/>
          <p:nvPr/>
        </p:nvSpPr>
        <p:spPr>
          <a:xfrm>
            <a:off x="9464040" y="5074920"/>
            <a:ext cx="160020" cy="137160"/>
          </a:xfrm>
          <a:prstGeom prst="rect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eived segment storage / RAM cell 2"/>
          <p:cNvSpPr/>
          <p:nvPr/>
        </p:nvSpPr>
        <p:spPr>
          <a:xfrm>
            <a:off x="9624060" y="5074920"/>
            <a:ext cx="160020" cy="137160"/>
          </a:xfrm>
          <a:prstGeom prst="rect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eived segment storage / external choice"/>
          <p:cNvSpPr/>
          <p:nvPr/>
        </p:nvSpPr>
        <p:spPr>
          <a:xfrm>
            <a:off x="8724900" y="5387340"/>
            <a:ext cx="1173480" cy="381000"/>
          </a:xfrm>
          <a:prstGeom prst="rect">
            <a:avLst/>
          </a:prstGeom>
          <a:solidFill>
            <a:srgbClr val="E8E1F2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eived segment storage / temporary label"/>
          <p:cNvSpPr txBox="1"/>
          <p:nvPr/>
        </p:nvSpPr>
        <p:spPr>
          <a:xfrm>
            <a:off x="8763000" y="5425440"/>
            <a:ext cx="754380" cy="2971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Temporary</a:t>
            </a:r>
          </a:p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segments</a:t>
            </a:r>
          </a:p>
        </p:txBody>
      </p:sp>
      <p:sp>
        <p:nvSpPr>
          <p:cNvPr id="617" name="Received segment storage / temporary extent 2"/>
          <p:cNvSpPr/>
          <p:nvPr/>
        </p:nvSpPr>
        <p:spPr>
          <a:xfrm>
            <a:off x="9654540" y="5440680"/>
            <a:ext cx="182880" cy="220980"/>
          </a:xfrm>
          <a:prstGeom prst="foldedCorner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eived segment storage / temporary extent 1"/>
          <p:cNvSpPr/>
          <p:nvPr/>
        </p:nvSpPr>
        <p:spPr>
          <a:xfrm>
            <a:off x="9631680" y="5463540"/>
            <a:ext cx="182880" cy="220980"/>
          </a:xfrm>
          <a:prstGeom prst="foldedCorner">
            <a:avLst/>
          </a:prstGeom>
          <a:solidFill>
            <a:srgbClr val="FFFFFF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eived segment storage / temporary extent 0"/>
          <p:cNvSpPr/>
          <p:nvPr/>
        </p:nvSpPr>
        <p:spPr>
          <a:xfrm>
            <a:off x="9608820" y="5486400"/>
            <a:ext cx="182880" cy="220980"/>
          </a:xfrm>
          <a:prstGeom prst="foldedCorner">
            <a:avLst/>
          </a:prstGeom>
          <a:solidFill>
            <a:srgbClr val="E8E1F2"/>
          </a:solidFill>
          <a:ln w="7620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Received segment storage / record line 0 / segment 0"/>
          <p:cNvCxnSpPr/>
          <p:nvPr/>
        </p:nvCxnSpPr>
        <p:spPr>
          <a:xfrm>
            <a:off x="9646920" y="5554980"/>
            <a:ext cx="106680" cy="0"/>
          </a:xfrm>
          <a:prstGeom prst="line">
            <a:avLst/>
          </a:prstGeom>
          <a:ln w="6858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Received segment storage / record line 1 / segment 0"/>
          <p:cNvCxnSpPr/>
          <p:nvPr/>
        </p:nvCxnSpPr>
        <p:spPr>
          <a:xfrm>
            <a:off x="9646920" y="5600700"/>
            <a:ext cx="106680" cy="0"/>
          </a:xfrm>
          <a:prstGeom prst="line">
            <a:avLst/>
          </a:prstGeom>
          <a:ln w="6858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2" name="Multiway merge operation [editable group]"/>
          <p:cNvGrpSpPr/>
          <p:nvPr/>
        </p:nvGrpSpPr>
        <p:grpSpPr>
          <a:xfrm>
            <a:off x="10126980" y="5013960"/>
            <a:ext cx="800100" cy="579120"/>
            <a:chOff x="10126980" y="5013960"/>
            <a:chExt cx="800100" cy="579120"/>
          </a:xfrm>
        </p:grpSpPr>
        <p:sp>
          <p:nvSpPr>
            <p:cNvPr id="623" name="Multiway merge operation"/>
            <p:cNvSpPr/>
            <p:nvPr/>
          </p:nvSpPr>
          <p:spPr>
            <a:xfrm>
              <a:off x="10126980" y="5013960"/>
              <a:ext cx="800100" cy="579120"/>
            </a:xfrm>
            <a:prstGeom prst="rect">
              <a:avLst/>
            </a:prstGeom>
            <a:solidFill>
              <a:srgbClr val="FFF7CE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4" name="Multiway merge operation / label"/>
            <p:cNvSpPr txBox="1"/>
            <p:nvPr/>
          </p:nvSpPr>
          <p:spPr>
            <a:xfrm>
              <a:off x="10172700" y="5036820"/>
              <a:ext cx="70866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Multi-way</a:t>
              </a:r>
            </a:p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merge</a:t>
              </a:r>
            </a:p>
          </p:txBody>
        </p:sp>
      </p:grpSp>
      <p:grpSp>
        <p:nvGrpSpPr>
          <p:cNvPr id="625" name="BGZF output operation [editable group]"/>
          <p:cNvGrpSpPr/>
          <p:nvPr/>
        </p:nvGrpSpPr>
        <p:grpSpPr>
          <a:xfrm>
            <a:off x="11094720" y="5013960"/>
            <a:ext cx="716280" cy="579120"/>
            <a:chOff x="11094720" y="5013960"/>
            <a:chExt cx="716280" cy="579120"/>
          </a:xfrm>
        </p:grpSpPr>
        <p:sp>
          <p:nvSpPr>
            <p:cNvPr id="626" name="BGZF output operation"/>
            <p:cNvSpPr/>
            <p:nvPr/>
          </p:nvSpPr>
          <p:spPr>
            <a:xfrm>
              <a:off x="11094720" y="5013960"/>
              <a:ext cx="716280" cy="579120"/>
            </a:xfrm>
            <a:prstGeom prst="rect">
              <a:avLst/>
            </a:prstGeom>
            <a:solidFill>
              <a:srgbClr val="DFEED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7" name="BGZF output operation / label"/>
            <p:cNvSpPr txBox="1"/>
            <p:nvPr/>
          </p:nvSpPr>
          <p:spPr>
            <a:xfrm>
              <a:off x="11140440" y="5036820"/>
              <a:ext cx="62484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BGZF</a:t>
              </a:r>
            </a:p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output</a:t>
              </a:r>
            </a:p>
          </p:txBody>
        </p:sp>
      </p:grpSp>
      <p:cxnSp>
        <p:nvCxnSpPr>
          <p:cNvPr id="628" name="Save local ordered data / segment 0"/>
          <p:cNvCxnSpPr/>
          <p:nvPr/>
        </p:nvCxnSpPr>
        <p:spPr>
          <a:xfrm>
            <a:off x="6027420" y="5334000"/>
            <a:ext cx="167640" cy="0"/>
          </a:xfrm>
          <a:prstGeom prst="line">
            <a:avLst/>
          </a:prstGeom>
          <a:ln w="13716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Load data for exchange / segment 0"/>
          <p:cNvCxnSpPr/>
          <p:nvPr/>
        </p:nvCxnSpPr>
        <p:spPr>
          <a:xfrm>
            <a:off x="7490460" y="5334000"/>
            <a:ext cx="167640" cy="0"/>
          </a:xfrm>
          <a:prstGeom prst="line">
            <a:avLst/>
          </a:prstGeom>
          <a:ln w="13716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Save received ordered data / segment 0"/>
          <p:cNvCxnSpPr/>
          <p:nvPr/>
        </p:nvCxnSpPr>
        <p:spPr>
          <a:xfrm>
            <a:off x="8496300" y="5334000"/>
            <a:ext cx="167640" cy="0"/>
          </a:xfrm>
          <a:prstGeom prst="line">
            <a:avLst/>
          </a:prstGeom>
          <a:ln w="13716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Read ordered segments / segment 0"/>
          <p:cNvCxnSpPr/>
          <p:nvPr/>
        </p:nvCxnSpPr>
        <p:spPr>
          <a:xfrm>
            <a:off x="9959340" y="5334000"/>
            <a:ext cx="167640" cy="0"/>
          </a:xfrm>
          <a:prstGeom prst="line">
            <a:avLst/>
          </a:prstGeom>
          <a:ln w="13716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Write final merge / segment 0"/>
          <p:cNvCxnSpPr/>
          <p:nvPr/>
        </p:nvCxnSpPr>
        <p:spPr>
          <a:xfrm>
            <a:off x="10927080" y="5334000"/>
            <a:ext cx="167640" cy="0"/>
          </a:xfrm>
          <a:prstGeom prst="line">
            <a:avLst/>
          </a:prstGeom>
          <a:ln w="13716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3" name="Final merge pass"/>
          <p:cNvSpPr txBox="1"/>
          <p:nvPr/>
        </p:nvSpPr>
        <p:spPr>
          <a:xfrm>
            <a:off x="10919460" y="4747260"/>
            <a:ext cx="8915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1727A"/>
                </a:solidFill>
                <a:latin typeface="Arial"/>
              </a:rPr>
              <a:t>Final pass</a:t>
            </a:r>
          </a:p>
        </p:txBody>
      </p:sp>
      <p:cxnSp>
        <p:nvCxnSpPr>
          <p:cNvPr id="634" name="External run generation iterations / segment 0"/>
          <p:cNvCxnSpPr/>
          <p:nvPr/>
        </p:nvCxnSpPr>
        <p:spPr>
          <a:xfrm>
            <a:off x="6842760" y="5844540"/>
            <a:ext cx="0" cy="167640"/>
          </a:xfrm>
          <a:prstGeom prst="line">
            <a:avLst/>
          </a:prstGeom>
          <a:ln w="12954">
            <a:solidFill>
              <a:srgbClr val="9A762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External run generation iterations / segment 1"/>
          <p:cNvCxnSpPr/>
          <p:nvPr/>
        </p:nvCxnSpPr>
        <p:spPr>
          <a:xfrm flipH="1">
            <a:off x="5623560" y="6012180"/>
            <a:ext cx="1219200" cy="0"/>
          </a:xfrm>
          <a:prstGeom prst="line">
            <a:avLst/>
          </a:prstGeom>
          <a:ln w="12954">
            <a:solidFill>
              <a:srgbClr val="9A762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External run generation iterations / segment 2"/>
          <p:cNvCxnSpPr/>
          <p:nvPr/>
        </p:nvCxnSpPr>
        <p:spPr>
          <a:xfrm flipV="1">
            <a:off x="5623560" y="5615940"/>
            <a:ext cx="0" cy="396240"/>
          </a:xfrm>
          <a:prstGeom prst="line">
            <a:avLst/>
          </a:prstGeom>
          <a:ln w="12954">
            <a:solidFill>
              <a:srgbClr val="9A762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External input iteration label"/>
          <p:cNvSpPr txBox="1"/>
          <p:nvPr/>
        </p:nvSpPr>
        <p:spPr>
          <a:xfrm>
            <a:off x="5227320" y="6096000"/>
            <a:ext cx="2545080" cy="1981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A7625"/>
                </a:solidFill>
                <a:latin typeface="Arial"/>
              </a:rPr>
              <a:t>Repeat for each input chunk</a:t>
            </a:r>
          </a:p>
        </p:txBody>
      </p:sp>
      <p:cxnSp>
        <p:nvCxnSpPr>
          <p:cNvPr id="638" name="External intermediate merge iterations / segment 0"/>
          <p:cNvCxnSpPr/>
          <p:nvPr/>
        </p:nvCxnSpPr>
        <p:spPr>
          <a:xfrm>
            <a:off x="10523220" y="5593080"/>
            <a:ext cx="0" cy="419100"/>
          </a:xfrm>
          <a:prstGeom prst="line">
            <a:avLst/>
          </a:prstGeom>
          <a:ln w="12954">
            <a:solidFill>
              <a:srgbClr val="9A762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External intermediate merge iterations / segment 1"/>
          <p:cNvCxnSpPr/>
          <p:nvPr/>
        </p:nvCxnSpPr>
        <p:spPr>
          <a:xfrm flipH="1">
            <a:off x="9311640" y="6012180"/>
            <a:ext cx="1211580" cy="0"/>
          </a:xfrm>
          <a:prstGeom prst="line">
            <a:avLst/>
          </a:prstGeom>
          <a:ln w="12954">
            <a:solidFill>
              <a:srgbClr val="9A762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External intermediate merge iterations / segment 2"/>
          <p:cNvCxnSpPr/>
          <p:nvPr/>
        </p:nvCxnSpPr>
        <p:spPr>
          <a:xfrm flipV="1">
            <a:off x="9311640" y="5867400"/>
            <a:ext cx="0" cy="144780"/>
          </a:xfrm>
          <a:prstGeom prst="line">
            <a:avLst/>
          </a:prstGeom>
          <a:ln w="12954">
            <a:solidFill>
              <a:srgbClr val="9A762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External merge iteration label"/>
          <p:cNvSpPr txBox="1"/>
          <p:nvPr/>
        </p:nvSpPr>
        <p:spPr>
          <a:xfrm>
            <a:off x="8481060" y="6096000"/>
            <a:ext cx="3299460" cy="1981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A7625"/>
                </a:solidFill>
                <a:latin typeface="Arial"/>
              </a:rPr>
              <a:t>Additional passes if segments exceed F</a:t>
            </a:r>
          </a:p>
        </p:txBody>
      </p:sp>
      <p:sp>
        <p:nvSpPr>
          <p:cNvPr id="642" name="Temporary data representation"/>
          <p:cNvSpPr txBox="1"/>
          <p:nvPr/>
        </p:nvSpPr>
        <p:spPr>
          <a:xfrm>
            <a:off x="5227320" y="6446520"/>
            <a:ext cx="280416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1727A"/>
                </a:solidFill>
                <a:latin typeface="Arial"/>
              </a:rPr>
              <a:t>Stored data: metadata + raw BAM bytes</a:t>
            </a:r>
          </a:p>
        </p:txBody>
      </p:sp>
      <p:sp>
        <p:nvSpPr>
          <p:cNvPr id="643" name="Fan-in explanation"/>
          <p:cNvSpPr txBox="1"/>
          <p:nvPr/>
        </p:nvSpPr>
        <p:spPr>
          <a:xfrm>
            <a:off x="8481060" y="6393180"/>
            <a:ext cx="3299460" cy="2971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1727A"/>
                </a:solidFill>
                <a:latin typeface="Arial"/>
              </a:rPr>
              <a:t>F: merge fan-in</a:t>
            </a:r>
          </a:p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1727A"/>
                </a:solidFill>
                <a:latin typeface="Arial"/>
              </a:rPr>
              <a:t>Determined by the memory budget</a:t>
            </a:r>
          </a:p>
        </p:txBody>
      </p:sp>
      <p:cxnSp>
        <p:nvCxnSpPr>
          <p:cNvPr id="644" name="Local sorting to partition rules / segment 0"/>
          <p:cNvCxnSpPr/>
          <p:nvPr/>
        </p:nvCxnSpPr>
        <p:spPr>
          <a:xfrm>
            <a:off x="4724400" y="3162300"/>
            <a:ext cx="0" cy="739140"/>
          </a:xfrm>
          <a:prstGeom prst="line">
            <a:avLst/>
          </a:prstGeom>
          <a:ln w="12192">
            <a:solidFill>
              <a:srgbClr val="17394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SWBAM distributed sorting and collation</dc:title>
  <dc:subject/>
  <dc:creator>SWBAM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