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 and collate: shared distributed reordering</a:t>
            </a:r>
          </a:p>
          <a:p/>
          <a:p>
            <a:r>
              <a:t>Six MPI ranks are shown explicitly. Panel (a) combines the conceptual organization of sort and collate, not their separate implementations. Colors / cell numbers denote destination owners; s0-s5 denote source ranks. Glyphs represent record groups or ordered segments, not a literal block count. External mode can produce multiple segments per source. The broad exchange arrow is a distributed data transpose, not a coordinator or rank0 gather. Self-owned data avoid network transfer; external mode may still pack/copy/store them. The output is a rank-local compressed body, not an independent full BAM file per rank. Final distributed layout supplies the common header and one EOF.</a:t>
            </a:r>
          </a:p>
          <a:p/>
          <a:p>
            <a:r>
              <a:t>Sort selects coordinate splitters from samples and produces globally coordinate-sorted output. Collate uses bin/hash/QNAME ordering and owner=floor(bin*nranks/nbins): with 66 bins and six ranks, rank r owns bins 11r through 11r+10. Full QNAME comparisons disambiguate hashes. The example owner ranges do not imply global lexicographic QNAME order. Local sorting and merge/exchange control execute on MPE; CPE performs decode/extract and final compression.</a:t>
            </a:r>
          </a:p>
          <a:p/>
          <a:p>
            <a:r>
              <a:t>The external path generates bounded local sorted runs, exchanges chunks into temporary received segments, and uses memory-budgeted merge fan-in. Intermediate consolidation may require additional passes before final merge/compression. The drawing abstracts resident run optimizations; it does not claim every run must spill. Temporary algorithm runs/segments differ from an optional final RankBodySink spool. The -m working-set budget is not a whole-process RSS limit.</a:t>
            </a:r>
          </a:p>
          <a:p/>
          <a:p>
            <a:r>
              <a:t>Code anchors: swbam-app/algorithms/collate/swbam_collate_mpi.cpp (CollateOwner, CollateCompare, CollateExchangeMemory, CollateExchangeRuns, OptimizedBamExternalCollateMPIImpl); swbam-app/algorithms/sort/swbam_sort_optimized_mpi.cpp (OptimizedBamExternalSortMPIImpl, MpiSortChooseSplitters, MpiSortStrictExchangeRuns, MpiSortStrictConsolidate). Visual reference: overleaf/reference/plot.pptx, especially its cyan/green/yellow regions, dark outlines, data arrays and arrows.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(a) Shared distributed reordering: six MPI ranks"/>
          <p:cNvSpPr txBox="1"/>
          <p:nvPr/>
        </p:nvSpPr>
        <p:spPr>
          <a:xfrm>
            <a:off x="228600" y="91440"/>
            <a:ext cx="11719560" cy="2438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747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2C36"/>
                </a:solidFill>
                <a:latin typeface="Arial"/>
              </a:rPr>
              <a:t>(a) Shared distributed reordering: six MPI ranks</a:t>
            </a:r>
          </a:p>
        </p:txBody>
      </p:sp>
      <p:sp>
        <p:nvSpPr>
          <p:cNvPr id="3" name="Shared six-rank processing region"/>
          <p:cNvSpPr/>
          <p:nvPr/>
        </p:nvSpPr>
        <p:spPr>
          <a:xfrm>
            <a:off x="213360" y="434340"/>
            <a:ext cx="11765280" cy="327660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3716">
            <a:solidFill>
              <a:srgbClr val="1739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ad / extract / band"/>
          <p:cNvSpPr/>
          <p:nvPr/>
        </p:nvSpPr>
        <p:spPr>
          <a:xfrm>
            <a:off x="358140" y="556260"/>
            <a:ext cx="2209800" cy="434340"/>
          </a:xfrm>
          <a:prstGeom prst="rect">
            <a:avLst/>
          </a:prstGeom>
          <a:solidFill>
            <a:srgbClr val="DFEED2"/>
          </a:solidFill>
          <a:ln w="1066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ad / extract / title"/>
          <p:cNvSpPr txBox="1"/>
          <p:nvPr/>
        </p:nvSpPr>
        <p:spPr>
          <a:xfrm>
            <a:off x="403860" y="586740"/>
            <a:ext cx="2118360" cy="1981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7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C36"/>
                </a:solidFill>
                <a:latin typeface="Arial"/>
              </a:rPr>
              <a:t>Read / extract</a:t>
            </a:r>
          </a:p>
        </p:txBody>
      </p:sp>
      <p:sp>
        <p:nvSpPr>
          <p:cNvPr id="6" name="Read / extract / subtitle"/>
          <p:cNvSpPr txBox="1"/>
          <p:nvPr/>
        </p:nvSpPr>
        <p:spPr>
          <a:xfrm>
            <a:off x="403860" y="792480"/>
            <a:ext cx="2118360" cy="1752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C36"/>
                </a:solidFill>
                <a:latin typeface="Arial"/>
              </a:rPr>
              <a:t>CPE</a:t>
            </a:r>
          </a:p>
        </p:txBody>
      </p:sp>
      <p:sp>
        <p:nvSpPr>
          <p:cNvPr id="7" name="Local ordering / band"/>
          <p:cNvSpPr/>
          <p:nvPr/>
        </p:nvSpPr>
        <p:spPr>
          <a:xfrm>
            <a:off x="2819400" y="556260"/>
            <a:ext cx="1935480" cy="434340"/>
          </a:xfrm>
          <a:prstGeom prst="rect">
            <a:avLst/>
          </a:prstGeom>
          <a:solidFill>
            <a:srgbClr val="FFF7CE"/>
          </a:solidFill>
          <a:ln w="1066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cal ordering / title"/>
          <p:cNvSpPr txBox="1"/>
          <p:nvPr/>
        </p:nvSpPr>
        <p:spPr>
          <a:xfrm>
            <a:off x="2865120" y="586740"/>
            <a:ext cx="1844040" cy="1981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7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C36"/>
                </a:solidFill>
                <a:latin typeface="Arial"/>
              </a:rPr>
              <a:t>Local ordering</a:t>
            </a:r>
          </a:p>
        </p:txBody>
      </p:sp>
      <p:sp>
        <p:nvSpPr>
          <p:cNvPr id="9" name="Local ordering / subtitle"/>
          <p:cNvSpPr txBox="1"/>
          <p:nvPr/>
        </p:nvSpPr>
        <p:spPr>
          <a:xfrm>
            <a:off x="2865120" y="792480"/>
            <a:ext cx="1844040" cy="1752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C36"/>
                </a:solidFill>
                <a:latin typeface="Arial"/>
              </a:rPr>
              <a:t>MPE</a:t>
            </a:r>
          </a:p>
        </p:txBody>
      </p:sp>
      <p:sp>
        <p:nvSpPr>
          <p:cNvPr id="10" name="Redistribute / band"/>
          <p:cNvSpPr/>
          <p:nvPr/>
        </p:nvSpPr>
        <p:spPr>
          <a:xfrm>
            <a:off x="4953000" y="556260"/>
            <a:ext cx="1371600" cy="434340"/>
          </a:xfrm>
          <a:prstGeom prst="rect">
            <a:avLst/>
          </a:prstGeom>
          <a:solidFill>
            <a:srgbClr val="D5EDF8"/>
          </a:solidFill>
          <a:ln w="1066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distribute / title"/>
          <p:cNvSpPr txBox="1"/>
          <p:nvPr/>
        </p:nvSpPr>
        <p:spPr>
          <a:xfrm>
            <a:off x="4998720" y="586740"/>
            <a:ext cx="1280160" cy="1981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7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C36"/>
                </a:solidFill>
                <a:latin typeface="Arial"/>
              </a:rPr>
              <a:t>Redistribute</a:t>
            </a:r>
          </a:p>
        </p:txBody>
      </p:sp>
      <p:sp>
        <p:nvSpPr>
          <p:cNvPr id="12" name="Redistribute / subtitle"/>
          <p:cNvSpPr txBox="1"/>
          <p:nvPr/>
        </p:nvSpPr>
        <p:spPr>
          <a:xfrm>
            <a:off x="4998720" y="792480"/>
            <a:ext cx="1280160" cy="1752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C36"/>
                </a:solidFill>
                <a:latin typeface="Arial"/>
              </a:rPr>
              <a:t>by owner</a:t>
            </a:r>
          </a:p>
        </p:txBody>
      </p:sp>
      <p:sp>
        <p:nvSpPr>
          <p:cNvPr id="13" name="Received segments / band"/>
          <p:cNvSpPr/>
          <p:nvPr/>
        </p:nvSpPr>
        <p:spPr>
          <a:xfrm>
            <a:off x="6499860" y="556260"/>
            <a:ext cx="2270760" cy="434340"/>
          </a:xfrm>
          <a:prstGeom prst="rect">
            <a:avLst/>
          </a:prstGeom>
          <a:solidFill>
            <a:srgbClr val="D5EDF8"/>
          </a:solidFill>
          <a:ln w="1066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eived segments / title"/>
          <p:cNvSpPr txBox="1"/>
          <p:nvPr/>
        </p:nvSpPr>
        <p:spPr>
          <a:xfrm>
            <a:off x="6545580" y="586740"/>
            <a:ext cx="2179320" cy="1981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7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C36"/>
                </a:solidFill>
                <a:latin typeface="Arial"/>
              </a:rPr>
              <a:t>Received segments</a:t>
            </a:r>
          </a:p>
        </p:txBody>
      </p:sp>
      <p:sp>
        <p:nvSpPr>
          <p:cNvPr id="15" name="Received segments / subtitle"/>
          <p:cNvSpPr txBox="1"/>
          <p:nvPr/>
        </p:nvSpPr>
        <p:spPr>
          <a:xfrm>
            <a:off x="6545580" y="792480"/>
            <a:ext cx="2179320" cy="1752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C36"/>
                </a:solidFill>
                <a:latin typeface="Arial"/>
              </a:rPr>
              <a:t>ordered within each segment</a:t>
            </a:r>
          </a:p>
        </p:txBody>
      </p:sp>
      <p:sp>
        <p:nvSpPr>
          <p:cNvPr id="16" name="Merge / BGZF output / band"/>
          <p:cNvSpPr/>
          <p:nvPr/>
        </p:nvSpPr>
        <p:spPr>
          <a:xfrm>
            <a:off x="9227820" y="556260"/>
            <a:ext cx="2598420" cy="434340"/>
          </a:xfrm>
          <a:prstGeom prst="rect">
            <a:avLst/>
          </a:prstGeom>
          <a:solidFill>
            <a:srgbClr val="DFEED2"/>
          </a:solidFill>
          <a:ln w="1066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erge / BGZF output / title"/>
          <p:cNvSpPr txBox="1"/>
          <p:nvPr/>
        </p:nvSpPr>
        <p:spPr>
          <a:xfrm>
            <a:off x="9273540" y="586740"/>
            <a:ext cx="2506980" cy="1981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7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C36"/>
                </a:solidFill>
                <a:latin typeface="Arial"/>
              </a:rPr>
              <a:t>Merge / BGZF output</a:t>
            </a:r>
          </a:p>
        </p:txBody>
      </p:sp>
      <p:sp>
        <p:nvSpPr>
          <p:cNvPr id="18" name="Merge / BGZF output / subtitle"/>
          <p:cNvSpPr txBox="1"/>
          <p:nvPr/>
        </p:nvSpPr>
        <p:spPr>
          <a:xfrm>
            <a:off x="9273540" y="792480"/>
            <a:ext cx="2506980" cy="1752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C36"/>
                </a:solidFill>
                <a:latin typeface="Arial"/>
              </a:rPr>
              <a:t>MPE / CPE</a:t>
            </a:r>
          </a:p>
        </p:txBody>
      </p:sp>
      <p:sp>
        <p:nvSpPr>
          <p:cNvPr id="19" name="Source segment heading 0"/>
          <p:cNvSpPr txBox="1"/>
          <p:nvPr/>
        </p:nvSpPr>
        <p:spPr>
          <a:xfrm>
            <a:off x="6789420" y="1036320"/>
            <a:ext cx="259080" cy="167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5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1727A"/>
                </a:solidFill>
                <a:latin typeface="Arial"/>
              </a:rPr>
              <a:t>s0</a:t>
            </a:r>
          </a:p>
        </p:txBody>
      </p:sp>
      <p:sp>
        <p:nvSpPr>
          <p:cNvPr id="20" name="Source segment heading 1"/>
          <p:cNvSpPr txBox="1"/>
          <p:nvPr/>
        </p:nvSpPr>
        <p:spPr>
          <a:xfrm>
            <a:off x="7109460" y="1036320"/>
            <a:ext cx="259080" cy="167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5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1727A"/>
                </a:solidFill>
                <a:latin typeface="Arial"/>
              </a:rPr>
              <a:t>s1</a:t>
            </a:r>
          </a:p>
        </p:txBody>
      </p:sp>
      <p:sp>
        <p:nvSpPr>
          <p:cNvPr id="21" name="Source segment heading 2"/>
          <p:cNvSpPr txBox="1"/>
          <p:nvPr/>
        </p:nvSpPr>
        <p:spPr>
          <a:xfrm>
            <a:off x="7429500" y="1036320"/>
            <a:ext cx="259080" cy="167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5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1727A"/>
                </a:solidFill>
                <a:latin typeface="Arial"/>
              </a:rPr>
              <a:t>s2</a:t>
            </a:r>
          </a:p>
        </p:txBody>
      </p:sp>
      <p:sp>
        <p:nvSpPr>
          <p:cNvPr id="22" name="Source segment heading 3"/>
          <p:cNvSpPr txBox="1"/>
          <p:nvPr/>
        </p:nvSpPr>
        <p:spPr>
          <a:xfrm>
            <a:off x="7749540" y="1036320"/>
            <a:ext cx="259080" cy="167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5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1727A"/>
                </a:solidFill>
                <a:latin typeface="Arial"/>
              </a:rPr>
              <a:t>s3</a:t>
            </a:r>
          </a:p>
        </p:txBody>
      </p:sp>
      <p:sp>
        <p:nvSpPr>
          <p:cNvPr id="23" name="Source segment heading 4"/>
          <p:cNvSpPr txBox="1"/>
          <p:nvPr/>
        </p:nvSpPr>
        <p:spPr>
          <a:xfrm>
            <a:off x="8069579" y="1036320"/>
            <a:ext cx="259080" cy="167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5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1727A"/>
                </a:solidFill>
                <a:latin typeface="Arial"/>
              </a:rPr>
              <a:t>s4</a:t>
            </a:r>
          </a:p>
        </p:txBody>
      </p:sp>
      <p:sp>
        <p:nvSpPr>
          <p:cNvPr id="24" name="Source segment heading 5"/>
          <p:cNvSpPr txBox="1"/>
          <p:nvPr/>
        </p:nvSpPr>
        <p:spPr>
          <a:xfrm>
            <a:off x="8389620" y="1036320"/>
            <a:ext cx="259080" cy="1676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5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1727A"/>
                </a:solidFill>
                <a:latin typeface="Arial"/>
              </a:rPr>
              <a:t>s5</a:t>
            </a:r>
          </a:p>
        </p:txBody>
      </p:sp>
      <p:sp>
        <p:nvSpPr>
          <p:cNvPr id="25" name="Source rank 0"/>
          <p:cNvSpPr txBox="1"/>
          <p:nvPr/>
        </p:nvSpPr>
        <p:spPr>
          <a:xfrm>
            <a:off x="358140" y="1257300"/>
            <a:ext cx="312420" cy="2362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/>
              </a:rPr>
              <a:t>r0</a:t>
            </a:r>
          </a:p>
        </p:txBody>
      </p:sp>
      <p:grpSp>
        <p:nvGrpSpPr>
          <p:cNvPr id="28" name="Unordered rank 0 / 0 [editable group]"/>
          <p:cNvGrpSpPr/>
          <p:nvPr/>
        </p:nvGrpSpPr>
        <p:grpSpPr>
          <a:xfrm>
            <a:off x="723900" y="1264920"/>
            <a:ext cx="259080" cy="213360"/>
            <a:chOff x="723900" y="1264920"/>
            <a:chExt cx="259080" cy="213360"/>
          </a:xfrm>
        </p:grpSpPr>
        <p:sp>
          <p:nvSpPr>
            <p:cNvPr id="26" name="Unordered rank 0 / 0"/>
            <p:cNvSpPr/>
            <p:nvPr/>
          </p:nvSpPr>
          <p:spPr>
            <a:xfrm>
              <a:off x="723900" y="126492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Unordered rank 0 / 0 / label"/>
            <p:cNvSpPr txBox="1"/>
            <p:nvPr/>
          </p:nvSpPr>
          <p:spPr>
            <a:xfrm>
              <a:off x="76962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4</a:t>
              </a:r>
            </a:p>
          </p:txBody>
        </p:sp>
      </p:grpSp>
      <p:grpSp>
        <p:nvGrpSpPr>
          <p:cNvPr id="31" name="Unordered rank 0 / 1 [editable group]"/>
          <p:cNvGrpSpPr/>
          <p:nvPr/>
        </p:nvGrpSpPr>
        <p:grpSpPr>
          <a:xfrm>
            <a:off x="1013460" y="1264920"/>
            <a:ext cx="259080" cy="213360"/>
            <a:chOff x="1013460" y="1264920"/>
            <a:chExt cx="259080" cy="213360"/>
          </a:xfrm>
        </p:grpSpPr>
        <p:sp>
          <p:nvSpPr>
            <p:cNvPr id="29" name="Unordered rank 0 / 1"/>
            <p:cNvSpPr/>
            <p:nvPr/>
          </p:nvSpPr>
          <p:spPr>
            <a:xfrm>
              <a:off x="1013460" y="126492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Unordered rank 0 / 1 / label"/>
            <p:cNvSpPr txBox="1"/>
            <p:nvPr/>
          </p:nvSpPr>
          <p:spPr>
            <a:xfrm>
              <a:off x="105918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1</a:t>
              </a:r>
            </a:p>
          </p:txBody>
        </p:sp>
      </p:grpSp>
      <p:grpSp>
        <p:nvGrpSpPr>
          <p:cNvPr id="34" name="Unordered rank 0 / 2 [editable group]"/>
          <p:cNvGrpSpPr/>
          <p:nvPr/>
        </p:nvGrpSpPr>
        <p:grpSpPr>
          <a:xfrm>
            <a:off x="1303020" y="1264920"/>
            <a:ext cx="259080" cy="213360"/>
            <a:chOff x="1303020" y="1264920"/>
            <a:chExt cx="259080" cy="213360"/>
          </a:xfrm>
        </p:grpSpPr>
        <p:sp>
          <p:nvSpPr>
            <p:cNvPr id="32" name="Unordered rank 0 / 2"/>
            <p:cNvSpPr/>
            <p:nvPr/>
          </p:nvSpPr>
          <p:spPr>
            <a:xfrm>
              <a:off x="1303020" y="126492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Unordered rank 0 / 2 / label"/>
            <p:cNvSpPr txBox="1"/>
            <p:nvPr/>
          </p:nvSpPr>
          <p:spPr>
            <a:xfrm>
              <a:off x="134874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5</a:t>
              </a:r>
            </a:p>
          </p:txBody>
        </p:sp>
      </p:grpSp>
      <p:grpSp>
        <p:nvGrpSpPr>
          <p:cNvPr id="37" name="Unordered rank 0 / 3 [editable group]"/>
          <p:cNvGrpSpPr/>
          <p:nvPr/>
        </p:nvGrpSpPr>
        <p:grpSpPr>
          <a:xfrm>
            <a:off x="1592580" y="1264920"/>
            <a:ext cx="259080" cy="213360"/>
            <a:chOff x="1592580" y="1264920"/>
            <a:chExt cx="259080" cy="213360"/>
          </a:xfrm>
        </p:grpSpPr>
        <p:sp>
          <p:nvSpPr>
            <p:cNvPr id="35" name="Unordered rank 0 / 3"/>
            <p:cNvSpPr/>
            <p:nvPr/>
          </p:nvSpPr>
          <p:spPr>
            <a:xfrm>
              <a:off x="1592580" y="126492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Unordered rank 0 / 3 / label"/>
            <p:cNvSpPr txBox="1"/>
            <p:nvPr/>
          </p:nvSpPr>
          <p:spPr>
            <a:xfrm>
              <a:off x="163830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0</a:t>
              </a:r>
            </a:p>
          </p:txBody>
        </p:sp>
      </p:grpSp>
      <p:grpSp>
        <p:nvGrpSpPr>
          <p:cNvPr id="40" name="Unordered rank 0 / 4 [editable group]"/>
          <p:cNvGrpSpPr/>
          <p:nvPr/>
        </p:nvGrpSpPr>
        <p:grpSpPr>
          <a:xfrm>
            <a:off x="1882139" y="1264920"/>
            <a:ext cx="259080" cy="213360"/>
            <a:chOff x="1882139" y="1264920"/>
            <a:chExt cx="259080" cy="213360"/>
          </a:xfrm>
        </p:grpSpPr>
        <p:sp>
          <p:nvSpPr>
            <p:cNvPr id="38" name="Unordered rank 0 / 4"/>
            <p:cNvSpPr/>
            <p:nvPr/>
          </p:nvSpPr>
          <p:spPr>
            <a:xfrm>
              <a:off x="1882139" y="126492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Unordered rank 0 / 4 / label"/>
            <p:cNvSpPr txBox="1"/>
            <p:nvPr/>
          </p:nvSpPr>
          <p:spPr>
            <a:xfrm>
              <a:off x="192786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3</a:t>
              </a:r>
            </a:p>
          </p:txBody>
        </p:sp>
      </p:grpSp>
      <p:grpSp>
        <p:nvGrpSpPr>
          <p:cNvPr id="43" name="Unordered rank 0 / 5 [editable group]"/>
          <p:cNvGrpSpPr/>
          <p:nvPr/>
        </p:nvGrpSpPr>
        <p:grpSpPr>
          <a:xfrm>
            <a:off x="2171700" y="1264920"/>
            <a:ext cx="259080" cy="213360"/>
            <a:chOff x="2171700" y="1264920"/>
            <a:chExt cx="259080" cy="213360"/>
          </a:xfrm>
        </p:grpSpPr>
        <p:sp>
          <p:nvSpPr>
            <p:cNvPr id="41" name="Unordered rank 0 / 5"/>
            <p:cNvSpPr/>
            <p:nvPr/>
          </p:nvSpPr>
          <p:spPr>
            <a:xfrm>
              <a:off x="2171700" y="126492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Unordered rank 0 / 5 / label"/>
            <p:cNvSpPr txBox="1"/>
            <p:nvPr/>
          </p:nvSpPr>
          <p:spPr>
            <a:xfrm>
              <a:off x="221742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2</a:t>
              </a:r>
            </a:p>
          </p:txBody>
        </p:sp>
      </p:grpSp>
      <p:cxnSp>
        <p:nvCxnSpPr>
          <p:cNvPr id="44" name="Local ordering rank 0 / segment 0"/>
          <p:cNvCxnSpPr/>
          <p:nvPr/>
        </p:nvCxnSpPr>
        <p:spPr>
          <a:xfrm>
            <a:off x="2476500" y="1371600"/>
            <a:ext cx="34290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Owner-ordered rank 0 / 0 [editable group]"/>
          <p:cNvGrpSpPr/>
          <p:nvPr/>
        </p:nvGrpSpPr>
        <p:grpSpPr>
          <a:xfrm>
            <a:off x="2895600" y="1264920"/>
            <a:ext cx="259080" cy="213360"/>
            <a:chOff x="2895600" y="1264920"/>
            <a:chExt cx="259080" cy="213360"/>
          </a:xfrm>
        </p:grpSpPr>
        <p:sp>
          <p:nvSpPr>
            <p:cNvPr id="45" name="Owner-ordered rank 0 / 0"/>
            <p:cNvSpPr/>
            <p:nvPr/>
          </p:nvSpPr>
          <p:spPr>
            <a:xfrm>
              <a:off x="2895600" y="126492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wner-ordered rank 0 / 0 / label"/>
            <p:cNvSpPr txBox="1"/>
            <p:nvPr/>
          </p:nvSpPr>
          <p:spPr>
            <a:xfrm>
              <a:off x="294132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0</a:t>
              </a:r>
            </a:p>
          </p:txBody>
        </p:sp>
      </p:grpSp>
      <p:grpSp>
        <p:nvGrpSpPr>
          <p:cNvPr id="50" name="Owner-ordered rank 0 / 1 [editable group]"/>
          <p:cNvGrpSpPr/>
          <p:nvPr/>
        </p:nvGrpSpPr>
        <p:grpSpPr>
          <a:xfrm>
            <a:off x="3185160" y="1264920"/>
            <a:ext cx="259080" cy="213360"/>
            <a:chOff x="3185160" y="1264920"/>
            <a:chExt cx="259080" cy="213360"/>
          </a:xfrm>
        </p:grpSpPr>
        <p:sp>
          <p:nvSpPr>
            <p:cNvPr id="48" name="Owner-ordered rank 0 / 1"/>
            <p:cNvSpPr/>
            <p:nvPr/>
          </p:nvSpPr>
          <p:spPr>
            <a:xfrm>
              <a:off x="3185160" y="126492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wner-ordered rank 0 / 1 / label"/>
            <p:cNvSpPr txBox="1"/>
            <p:nvPr/>
          </p:nvSpPr>
          <p:spPr>
            <a:xfrm>
              <a:off x="323088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1</a:t>
              </a:r>
            </a:p>
          </p:txBody>
        </p:sp>
      </p:grpSp>
      <p:grpSp>
        <p:nvGrpSpPr>
          <p:cNvPr id="53" name="Owner-ordered rank 0 / 2 [editable group]"/>
          <p:cNvGrpSpPr/>
          <p:nvPr/>
        </p:nvGrpSpPr>
        <p:grpSpPr>
          <a:xfrm>
            <a:off x="3474720" y="1264920"/>
            <a:ext cx="259080" cy="213360"/>
            <a:chOff x="3474720" y="1264920"/>
            <a:chExt cx="259080" cy="213360"/>
          </a:xfrm>
        </p:grpSpPr>
        <p:sp>
          <p:nvSpPr>
            <p:cNvPr id="51" name="Owner-ordered rank 0 / 2"/>
            <p:cNvSpPr/>
            <p:nvPr/>
          </p:nvSpPr>
          <p:spPr>
            <a:xfrm>
              <a:off x="3474720" y="126492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wner-ordered rank 0 / 2 / label"/>
            <p:cNvSpPr txBox="1"/>
            <p:nvPr/>
          </p:nvSpPr>
          <p:spPr>
            <a:xfrm>
              <a:off x="352044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2</a:t>
              </a:r>
            </a:p>
          </p:txBody>
        </p:sp>
      </p:grpSp>
      <p:grpSp>
        <p:nvGrpSpPr>
          <p:cNvPr id="56" name="Owner-ordered rank 0 / 3 [editable group]"/>
          <p:cNvGrpSpPr/>
          <p:nvPr/>
        </p:nvGrpSpPr>
        <p:grpSpPr>
          <a:xfrm>
            <a:off x="3764279" y="1264920"/>
            <a:ext cx="259080" cy="213360"/>
            <a:chOff x="3764279" y="1264920"/>
            <a:chExt cx="259080" cy="213360"/>
          </a:xfrm>
        </p:grpSpPr>
        <p:sp>
          <p:nvSpPr>
            <p:cNvPr id="54" name="Owner-ordered rank 0 / 3"/>
            <p:cNvSpPr/>
            <p:nvPr/>
          </p:nvSpPr>
          <p:spPr>
            <a:xfrm>
              <a:off x="3764279" y="126492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wner-ordered rank 0 / 3 / label"/>
            <p:cNvSpPr txBox="1"/>
            <p:nvPr/>
          </p:nvSpPr>
          <p:spPr>
            <a:xfrm>
              <a:off x="381000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3</a:t>
              </a:r>
            </a:p>
          </p:txBody>
        </p:sp>
      </p:grpSp>
      <p:grpSp>
        <p:nvGrpSpPr>
          <p:cNvPr id="59" name="Owner-ordered rank 0 / 4 [editable group]"/>
          <p:cNvGrpSpPr/>
          <p:nvPr/>
        </p:nvGrpSpPr>
        <p:grpSpPr>
          <a:xfrm>
            <a:off x="4053840" y="1264920"/>
            <a:ext cx="259080" cy="213360"/>
            <a:chOff x="4053840" y="1264920"/>
            <a:chExt cx="259080" cy="213360"/>
          </a:xfrm>
        </p:grpSpPr>
        <p:sp>
          <p:nvSpPr>
            <p:cNvPr id="57" name="Owner-ordered rank 0 / 4"/>
            <p:cNvSpPr/>
            <p:nvPr/>
          </p:nvSpPr>
          <p:spPr>
            <a:xfrm>
              <a:off x="4053840" y="126492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wner-ordered rank 0 / 4 / label"/>
            <p:cNvSpPr txBox="1"/>
            <p:nvPr/>
          </p:nvSpPr>
          <p:spPr>
            <a:xfrm>
              <a:off x="409956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4</a:t>
              </a:r>
            </a:p>
          </p:txBody>
        </p:sp>
      </p:grpSp>
      <p:grpSp>
        <p:nvGrpSpPr>
          <p:cNvPr id="62" name="Owner-ordered rank 0 / 5 [editable group]"/>
          <p:cNvGrpSpPr/>
          <p:nvPr/>
        </p:nvGrpSpPr>
        <p:grpSpPr>
          <a:xfrm>
            <a:off x="4343400" y="1264920"/>
            <a:ext cx="259080" cy="213360"/>
            <a:chOff x="4343400" y="1264920"/>
            <a:chExt cx="259080" cy="213360"/>
          </a:xfrm>
        </p:grpSpPr>
        <p:sp>
          <p:nvSpPr>
            <p:cNvPr id="60" name="Owner-ordered rank 0 / 5"/>
            <p:cNvSpPr/>
            <p:nvPr/>
          </p:nvSpPr>
          <p:spPr>
            <a:xfrm>
              <a:off x="4343400" y="126492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wner-ordered rank 0 / 5 / label"/>
            <p:cNvSpPr txBox="1"/>
            <p:nvPr/>
          </p:nvSpPr>
          <p:spPr>
            <a:xfrm>
              <a:off x="4389120" y="12877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5</a:t>
              </a:r>
            </a:p>
          </p:txBody>
        </p:sp>
      </p:grpSp>
      <p:sp>
        <p:nvSpPr>
          <p:cNvPr id="63" name="Destination rank 0"/>
          <p:cNvSpPr txBox="1"/>
          <p:nvPr/>
        </p:nvSpPr>
        <p:spPr>
          <a:xfrm>
            <a:off x="6438900" y="1257300"/>
            <a:ext cx="312420" cy="2362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/>
              </a:rPr>
              <a:t>r0</a:t>
            </a:r>
          </a:p>
        </p:txBody>
      </p:sp>
      <p:sp>
        <p:nvSpPr>
          <p:cNvPr id="64" name="Rank 0 segment from source 0"/>
          <p:cNvSpPr/>
          <p:nvPr/>
        </p:nvSpPr>
        <p:spPr>
          <a:xfrm>
            <a:off x="6789420" y="1264920"/>
            <a:ext cx="259080" cy="213360"/>
          </a:xfrm>
          <a:prstGeom prst="rect">
            <a:avLst/>
          </a:prstGeom>
          <a:solidFill>
            <a:srgbClr val="CBEAF7"/>
          </a:solidFill>
          <a:ln w="1828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Rank 0 segment from source 0 / records 0 / segment 0"/>
          <p:cNvCxnSpPr/>
          <p:nvPr/>
        </p:nvCxnSpPr>
        <p:spPr>
          <a:xfrm>
            <a:off x="6835140" y="13335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Rank 0 segment from source 0 / records 1 / segment 0"/>
          <p:cNvCxnSpPr/>
          <p:nvPr/>
        </p:nvCxnSpPr>
        <p:spPr>
          <a:xfrm>
            <a:off x="6835140" y="14020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ank 0 segment from source 1"/>
          <p:cNvSpPr/>
          <p:nvPr/>
        </p:nvSpPr>
        <p:spPr>
          <a:xfrm>
            <a:off x="7109460" y="1264920"/>
            <a:ext cx="2590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Rank 0 segment from source 1 / records 0 / segment 0"/>
          <p:cNvCxnSpPr/>
          <p:nvPr/>
        </p:nvCxnSpPr>
        <p:spPr>
          <a:xfrm>
            <a:off x="7155180" y="13335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Rank 0 segment from source 1 / records 1 / segment 0"/>
          <p:cNvCxnSpPr/>
          <p:nvPr/>
        </p:nvCxnSpPr>
        <p:spPr>
          <a:xfrm>
            <a:off x="7155180" y="14020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ank 0 segment from source 2"/>
          <p:cNvSpPr/>
          <p:nvPr/>
        </p:nvSpPr>
        <p:spPr>
          <a:xfrm>
            <a:off x="7429500" y="1264920"/>
            <a:ext cx="2590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Rank 0 segment from source 2 / records 0 / segment 0"/>
          <p:cNvCxnSpPr/>
          <p:nvPr/>
        </p:nvCxnSpPr>
        <p:spPr>
          <a:xfrm>
            <a:off x="7475220" y="133350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Rank 0 segment from source 2 / records 1 / segment 0"/>
          <p:cNvCxnSpPr/>
          <p:nvPr/>
        </p:nvCxnSpPr>
        <p:spPr>
          <a:xfrm>
            <a:off x="7475220" y="140208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ank 0 segment from source 3"/>
          <p:cNvSpPr/>
          <p:nvPr/>
        </p:nvSpPr>
        <p:spPr>
          <a:xfrm>
            <a:off x="7749540" y="1264920"/>
            <a:ext cx="2590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Rank 0 segment from source 3 / records 0 / segment 0"/>
          <p:cNvCxnSpPr/>
          <p:nvPr/>
        </p:nvCxnSpPr>
        <p:spPr>
          <a:xfrm>
            <a:off x="7795260" y="13335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Rank 0 segment from source 3 / records 1 / segment 0"/>
          <p:cNvCxnSpPr/>
          <p:nvPr/>
        </p:nvCxnSpPr>
        <p:spPr>
          <a:xfrm>
            <a:off x="7795260" y="14020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ank 0 segment from source 4"/>
          <p:cNvSpPr/>
          <p:nvPr/>
        </p:nvSpPr>
        <p:spPr>
          <a:xfrm>
            <a:off x="8069579" y="1264920"/>
            <a:ext cx="2590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Rank 0 segment from source 4 / records 0 / segment 0"/>
          <p:cNvCxnSpPr/>
          <p:nvPr/>
        </p:nvCxnSpPr>
        <p:spPr>
          <a:xfrm>
            <a:off x="8115300" y="13335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Rank 0 segment from source 4 / records 1 / segment 0"/>
          <p:cNvCxnSpPr/>
          <p:nvPr/>
        </p:nvCxnSpPr>
        <p:spPr>
          <a:xfrm>
            <a:off x="8115300" y="14020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ank 0 segment from source 5"/>
          <p:cNvSpPr/>
          <p:nvPr/>
        </p:nvSpPr>
        <p:spPr>
          <a:xfrm>
            <a:off x="8389620" y="1264920"/>
            <a:ext cx="2590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Rank 0 segment from source 5 / records 0 / segment 0"/>
          <p:cNvCxnSpPr/>
          <p:nvPr/>
        </p:nvCxnSpPr>
        <p:spPr>
          <a:xfrm>
            <a:off x="8435340" y="13335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Rank 0 segment from source 5 / records 1 / segment 0"/>
          <p:cNvCxnSpPr/>
          <p:nvPr/>
        </p:nvCxnSpPr>
        <p:spPr>
          <a:xfrm>
            <a:off x="8435340" y="14020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Merge rank 0 / segment 0"/>
          <p:cNvCxnSpPr/>
          <p:nvPr/>
        </p:nvCxnSpPr>
        <p:spPr>
          <a:xfrm>
            <a:off x="8709660" y="1371600"/>
            <a:ext cx="51816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ank 0 merged record group 0"/>
          <p:cNvSpPr/>
          <p:nvPr/>
        </p:nvSpPr>
        <p:spPr>
          <a:xfrm>
            <a:off x="9334500" y="1264920"/>
            <a:ext cx="2209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ank 0 merged record group 1"/>
          <p:cNvSpPr/>
          <p:nvPr/>
        </p:nvSpPr>
        <p:spPr>
          <a:xfrm>
            <a:off x="9555480" y="1264920"/>
            <a:ext cx="2209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ank 0 merged record group 2"/>
          <p:cNvSpPr/>
          <p:nvPr/>
        </p:nvSpPr>
        <p:spPr>
          <a:xfrm>
            <a:off x="9776460" y="1264920"/>
            <a:ext cx="2209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ank 0 merged record group 3"/>
          <p:cNvSpPr/>
          <p:nvPr/>
        </p:nvSpPr>
        <p:spPr>
          <a:xfrm>
            <a:off x="9997440" y="1264920"/>
            <a:ext cx="2209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ank 0 merged record group 4"/>
          <p:cNvSpPr/>
          <p:nvPr/>
        </p:nvSpPr>
        <p:spPr>
          <a:xfrm>
            <a:off x="10218420" y="1264920"/>
            <a:ext cx="2209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ank 0 merged record group 5"/>
          <p:cNvSpPr/>
          <p:nvPr/>
        </p:nvSpPr>
        <p:spPr>
          <a:xfrm>
            <a:off x="10439400" y="1264920"/>
            <a:ext cx="220980" cy="213360"/>
          </a:xfrm>
          <a:prstGeom prst="rect">
            <a:avLst/>
          </a:prstGeom>
          <a:solidFill>
            <a:srgbClr val="CBEAF7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mpress rank 0 / segment 0"/>
          <p:cNvCxnSpPr/>
          <p:nvPr/>
        </p:nvCxnSpPr>
        <p:spPr>
          <a:xfrm>
            <a:off x="10721340" y="1371600"/>
            <a:ext cx="29718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2" name="Rank body 0 [editable group]"/>
          <p:cNvGrpSpPr/>
          <p:nvPr/>
        </p:nvGrpSpPr>
        <p:grpSpPr>
          <a:xfrm>
            <a:off x="11079480" y="1264920"/>
            <a:ext cx="647700" cy="213360"/>
            <a:chOff x="11079480" y="1264920"/>
            <a:chExt cx="647700" cy="213360"/>
          </a:xfrm>
        </p:grpSpPr>
        <p:sp>
          <p:nvSpPr>
            <p:cNvPr id="90" name="Rank body 0"/>
            <p:cNvSpPr/>
            <p:nvPr/>
          </p:nvSpPr>
          <p:spPr>
            <a:xfrm>
              <a:off x="11079480" y="1264920"/>
              <a:ext cx="647700" cy="213360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Rank body 0 / label"/>
            <p:cNvSpPr txBox="1"/>
            <p:nvPr/>
          </p:nvSpPr>
          <p:spPr>
            <a:xfrm>
              <a:off x="11125200" y="1287780"/>
              <a:ext cx="55626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1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0" i="0">
                  <a:solidFill>
                    <a:srgbClr val="172C36"/>
                  </a:solidFill>
                  <a:latin typeface="Arial"/>
                </a:rPr>
                <a:t>body 0</a:t>
              </a:r>
            </a:p>
          </p:txBody>
        </p:sp>
      </p:grpSp>
      <p:sp>
        <p:nvSpPr>
          <p:cNvPr id="93" name="Source rank 1"/>
          <p:cNvSpPr txBox="1"/>
          <p:nvPr/>
        </p:nvSpPr>
        <p:spPr>
          <a:xfrm>
            <a:off x="358140" y="1584960"/>
            <a:ext cx="312420" cy="2362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/>
              </a:rPr>
              <a:t>r1</a:t>
            </a:r>
          </a:p>
        </p:txBody>
      </p:sp>
      <p:grpSp>
        <p:nvGrpSpPr>
          <p:cNvPr id="96" name="Unordered rank 1 / 0 [editable group]"/>
          <p:cNvGrpSpPr/>
          <p:nvPr/>
        </p:nvGrpSpPr>
        <p:grpSpPr>
          <a:xfrm>
            <a:off x="723900" y="1592580"/>
            <a:ext cx="259080" cy="213360"/>
            <a:chOff x="723900" y="1592580"/>
            <a:chExt cx="259080" cy="213360"/>
          </a:xfrm>
        </p:grpSpPr>
        <p:sp>
          <p:nvSpPr>
            <p:cNvPr id="94" name="Unordered rank 1 / 0"/>
            <p:cNvSpPr/>
            <p:nvPr/>
          </p:nvSpPr>
          <p:spPr>
            <a:xfrm>
              <a:off x="723900" y="159258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Unordered rank 1 / 0 / label"/>
            <p:cNvSpPr txBox="1"/>
            <p:nvPr/>
          </p:nvSpPr>
          <p:spPr>
            <a:xfrm>
              <a:off x="76962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2</a:t>
              </a:r>
            </a:p>
          </p:txBody>
        </p:sp>
      </p:grpSp>
      <p:grpSp>
        <p:nvGrpSpPr>
          <p:cNvPr id="99" name="Unordered rank 1 / 1 [editable group]"/>
          <p:cNvGrpSpPr/>
          <p:nvPr/>
        </p:nvGrpSpPr>
        <p:grpSpPr>
          <a:xfrm>
            <a:off x="1013460" y="1592580"/>
            <a:ext cx="259080" cy="213360"/>
            <a:chOff x="1013460" y="1592580"/>
            <a:chExt cx="259080" cy="213360"/>
          </a:xfrm>
        </p:grpSpPr>
        <p:sp>
          <p:nvSpPr>
            <p:cNvPr id="97" name="Unordered rank 1 / 1"/>
            <p:cNvSpPr/>
            <p:nvPr/>
          </p:nvSpPr>
          <p:spPr>
            <a:xfrm>
              <a:off x="1013460" y="159258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Unordered rank 1 / 1 / label"/>
            <p:cNvSpPr txBox="1"/>
            <p:nvPr/>
          </p:nvSpPr>
          <p:spPr>
            <a:xfrm>
              <a:off x="105918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5</a:t>
              </a:r>
            </a:p>
          </p:txBody>
        </p:sp>
      </p:grpSp>
      <p:grpSp>
        <p:nvGrpSpPr>
          <p:cNvPr id="102" name="Unordered rank 1 / 2 [editable group]"/>
          <p:cNvGrpSpPr/>
          <p:nvPr/>
        </p:nvGrpSpPr>
        <p:grpSpPr>
          <a:xfrm>
            <a:off x="1303020" y="1592580"/>
            <a:ext cx="259080" cy="213360"/>
            <a:chOff x="1303020" y="1592580"/>
            <a:chExt cx="259080" cy="213360"/>
          </a:xfrm>
        </p:grpSpPr>
        <p:sp>
          <p:nvSpPr>
            <p:cNvPr id="100" name="Unordered rank 1 / 2"/>
            <p:cNvSpPr/>
            <p:nvPr/>
          </p:nvSpPr>
          <p:spPr>
            <a:xfrm>
              <a:off x="1303020" y="159258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Unordered rank 1 / 2 / label"/>
            <p:cNvSpPr txBox="1"/>
            <p:nvPr/>
          </p:nvSpPr>
          <p:spPr>
            <a:xfrm>
              <a:off x="134874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3</a:t>
              </a:r>
            </a:p>
          </p:txBody>
        </p:sp>
      </p:grpSp>
      <p:grpSp>
        <p:nvGrpSpPr>
          <p:cNvPr id="105" name="Unordered rank 1 / 3 [editable group]"/>
          <p:cNvGrpSpPr/>
          <p:nvPr/>
        </p:nvGrpSpPr>
        <p:grpSpPr>
          <a:xfrm>
            <a:off x="1592580" y="1592580"/>
            <a:ext cx="259080" cy="213360"/>
            <a:chOff x="1592580" y="1592580"/>
            <a:chExt cx="259080" cy="213360"/>
          </a:xfrm>
        </p:grpSpPr>
        <p:sp>
          <p:nvSpPr>
            <p:cNvPr id="103" name="Unordered rank 1 / 3"/>
            <p:cNvSpPr/>
            <p:nvPr/>
          </p:nvSpPr>
          <p:spPr>
            <a:xfrm>
              <a:off x="1592580" y="159258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Unordered rank 1 / 3 / label"/>
            <p:cNvSpPr txBox="1"/>
            <p:nvPr/>
          </p:nvSpPr>
          <p:spPr>
            <a:xfrm>
              <a:off x="163830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1</a:t>
              </a:r>
            </a:p>
          </p:txBody>
        </p:sp>
      </p:grpSp>
      <p:grpSp>
        <p:nvGrpSpPr>
          <p:cNvPr id="108" name="Unordered rank 1 / 4 [editable group]"/>
          <p:cNvGrpSpPr/>
          <p:nvPr/>
        </p:nvGrpSpPr>
        <p:grpSpPr>
          <a:xfrm>
            <a:off x="1882139" y="1592580"/>
            <a:ext cx="259080" cy="213360"/>
            <a:chOff x="1882139" y="1592580"/>
            <a:chExt cx="259080" cy="213360"/>
          </a:xfrm>
        </p:grpSpPr>
        <p:sp>
          <p:nvSpPr>
            <p:cNvPr id="106" name="Unordered rank 1 / 4"/>
            <p:cNvSpPr/>
            <p:nvPr/>
          </p:nvSpPr>
          <p:spPr>
            <a:xfrm>
              <a:off x="1882139" y="159258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Unordered rank 1 / 4 / label"/>
            <p:cNvSpPr txBox="1"/>
            <p:nvPr/>
          </p:nvSpPr>
          <p:spPr>
            <a:xfrm>
              <a:off x="192786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0</a:t>
              </a:r>
            </a:p>
          </p:txBody>
        </p:sp>
      </p:grpSp>
      <p:grpSp>
        <p:nvGrpSpPr>
          <p:cNvPr id="111" name="Unordered rank 1 / 5 [editable group]"/>
          <p:cNvGrpSpPr/>
          <p:nvPr/>
        </p:nvGrpSpPr>
        <p:grpSpPr>
          <a:xfrm>
            <a:off x="2171700" y="1592580"/>
            <a:ext cx="259080" cy="213360"/>
            <a:chOff x="2171700" y="1592580"/>
            <a:chExt cx="259080" cy="213360"/>
          </a:xfrm>
        </p:grpSpPr>
        <p:sp>
          <p:nvSpPr>
            <p:cNvPr id="109" name="Unordered rank 1 / 5"/>
            <p:cNvSpPr/>
            <p:nvPr/>
          </p:nvSpPr>
          <p:spPr>
            <a:xfrm>
              <a:off x="2171700" y="159258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Unordered rank 1 / 5 / label"/>
            <p:cNvSpPr txBox="1"/>
            <p:nvPr/>
          </p:nvSpPr>
          <p:spPr>
            <a:xfrm>
              <a:off x="221742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4</a:t>
              </a:r>
            </a:p>
          </p:txBody>
        </p:sp>
      </p:grpSp>
      <p:cxnSp>
        <p:nvCxnSpPr>
          <p:cNvPr id="112" name="Local ordering rank 1 / segment 0"/>
          <p:cNvCxnSpPr/>
          <p:nvPr/>
        </p:nvCxnSpPr>
        <p:spPr>
          <a:xfrm>
            <a:off x="2476500" y="1699260"/>
            <a:ext cx="34290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5" name="Owner-ordered rank 1 / 0 [editable group]"/>
          <p:cNvGrpSpPr/>
          <p:nvPr/>
        </p:nvGrpSpPr>
        <p:grpSpPr>
          <a:xfrm>
            <a:off x="2895600" y="1592580"/>
            <a:ext cx="259080" cy="213360"/>
            <a:chOff x="2895600" y="1592580"/>
            <a:chExt cx="259080" cy="213360"/>
          </a:xfrm>
        </p:grpSpPr>
        <p:sp>
          <p:nvSpPr>
            <p:cNvPr id="113" name="Owner-ordered rank 1 / 0"/>
            <p:cNvSpPr/>
            <p:nvPr/>
          </p:nvSpPr>
          <p:spPr>
            <a:xfrm>
              <a:off x="2895600" y="159258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wner-ordered rank 1 / 0 / label"/>
            <p:cNvSpPr txBox="1"/>
            <p:nvPr/>
          </p:nvSpPr>
          <p:spPr>
            <a:xfrm>
              <a:off x="294132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0</a:t>
              </a:r>
            </a:p>
          </p:txBody>
        </p:sp>
      </p:grpSp>
      <p:grpSp>
        <p:nvGrpSpPr>
          <p:cNvPr id="118" name="Owner-ordered rank 1 / 1 [editable group]"/>
          <p:cNvGrpSpPr/>
          <p:nvPr/>
        </p:nvGrpSpPr>
        <p:grpSpPr>
          <a:xfrm>
            <a:off x="3185160" y="1592580"/>
            <a:ext cx="259080" cy="213360"/>
            <a:chOff x="3185160" y="1592580"/>
            <a:chExt cx="259080" cy="213360"/>
          </a:xfrm>
        </p:grpSpPr>
        <p:sp>
          <p:nvSpPr>
            <p:cNvPr id="116" name="Owner-ordered rank 1 / 1"/>
            <p:cNvSpPr/>
            <p:nvPr/>
          </p:nvSpPr>
          <p:spPr>
            <a:xfrm>
              <a:off x="3185160" y="159258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wner-ordered rank 1 / 1 / label"/>
            <p:cNvSpPr txBox="1"/>
            <p:nvPr/>
          </p:nvSpPr>
          <p:spPr>
            <a:xfrm>
              <a:off x="323088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1</a:t>
              </a:r>
            </a:p>
          </p:txBody>
        </p:sp>
      </p:grpSp>
      <p:grpSp>
        <p:nvGrpSpPr>
          <p:cNvPr id="121" name="Owner-ordered rank 1 / 2 [editable group]"/>
          <p:cNvGrpSpPr/>
          <p:nvPr/>
        </p:nvGrpSpPr>
        <p:grpSpPr>
          <a:xfrm>
            <a:off x="3474720" y="1592580"/>
            <a:ext cx="259080" cy="213360"/>
            <a:chOff x="3474720" y="1592580"/>
            <a:chExt cx="259080" cy="213360"/>
          </a:xfrm>
        </p:grpSpPr>
        <p:sp>
          <p:nvSpPr>
            <p:cNvPr id="119" name="Owner-ordered rank 1 / 2"/>
            <p:cNvSpPr/>
            <p:nvPr/>
          </p:nvSpPr>
          <p:spPr>
            <a:xfrm>
              <a:off x="3474720" y="159258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wner-ordered rank 1 / 2 / label"/>
            <p:cNvSpPr txBox="1"/>
            <p:nvPr/>
          </p:nvSpPr>
          <p:spPr>
            <a:xfrm>
              <a:off x="352044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2</a:t>
              </a:r>
            </a:p>
          </p:txBody>
        </p:sp>
      </p:grpSp>
      <p:grpSp>
        <p:nvGrpSpPr>
          <p:cNvPr id="124" name="Owner-ordered rank 1 / 3 [editable group]"/>
          <p:cNvGrpSpPr/>
          <p:nvPr/>
        </p:nvGrpSpPr>
        <p:grpSpPr>
          <a:xfrm>
            <a:off x="3764279" y="1592580"/>
            <a:ext cx="259080" cy="213360"/>
            <a:chOff x="3764279" y="1592580"/>
            <a:chExt cx="259080" cy="213360"/>
          </a:xfrm>
        </p:grpSpPr>
        <p:sp>
          <p:nvSpPr>
            <p:cNvPr id="122" name="Owner-ordered rank 1 / 3"/>
            <p:cNvSpPr/>
            <p:nvPr/>
          </p:nvSpPr>
          <p:spPr>
            <a:xfrm>
              <a:off x="3764279" y="159258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wner-ordered rank 1 / 3 / label"/>
            <p:cNvSpPr txBox="1"/>
            <p:nvPr/>
          </p:nvSpPr>
          <p:spPr>
            <a:xfrm>
              <a:off x="381000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3</a:t>
              </a:r>
            </a:p>
          </p:txBody>
        </p:sp>
      </p:grpSp>
      <p:grpSp>
        <p:nvGrpSpPr>
          <p:cNvPr id="127" name="Owner-ordered rank 1 / 4 [editable group]"/>
          <p:cNvGrpSpPr/>
          <p:nvPr/>
        </p:nvGrpSpPr>
        <p:grpSpPr>
          <a:xfrm>
            <a:off x="4053840" y="1592580"/>
            <a:ext cx="259080" cy="213360"/>
            <a:chOff x="4053840" y="1592580"/>
            <a:chExt cx="259080" cy="213360"/>
          </a:xfrm>
        </p:grpSpPr>
        <p:sp>
          <p:nvSpPr>
            <p:cNvPr id="125" name="Owner-ordered rank 1 / 4"/>
            <p:cNvSpPr/>
            <p:nvPr/>
          </p:nvSpPr>
          <p:spPr>
            <a:xfrm>
              <a:off x="4053840" y="159258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Owner-ordered rank 1 / 4 / label"/>
            <p:cNvSpPr txBox="1"/>
            <p:nvPr/>
          </p:nvSpPr>
          <p:spPr>
            <a:xfrm>
              <a:off x="409956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4</a:t>
              </a:r>
            </a:p>
          </p:txBody>
        </p:sp>
      </p:grpSp>
      <p:grpSp>
        <p:nvGrpSpPr>
          <p:cNvPr id="130" name="Owner-ordered rank 1 / 5 [editable group]"/>
          <p:cNvGrpSpPr/>
          <p:nvPr/>
        </p:nvGrpSpPr>
        <p:grpSpPr>
          <a:xfrm>
            <a:off x="4343400" y="1592580"/>
            <a:ext cx="259080" cy="213360"/>
            <a:chOff x="4343400" y="1592580"/>
            <a:chExt cx="259080" cy="213360"/>
          </a:xfrm>
        </p:grpSpPr>
        <p:sp>
          <p:nvSpPr>
            <p:cNvPr id="128" name="Owner-ordered rank 1 / 5"/>
            <p:cNvSpPr/>
            <p:nvPr/>
          </p:nvSpPr>
          <p:spPr>
            <a:xfrm>
              <a:off x="4343400" y="159258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Owner-ordered rank 1 / 5 / label"/>
            <p:cNvSpPr txBox="1"/>
            <p:nvPr/>
          </p:nvSpPr>
          <p:spPr>
            <a:xfrm>
              <a:off x="4389120" y="161544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5</a:t>
              </a:r>
            </a:p>
          </p:txBody>
        </p:sp>
      </p:grpSp>
      <p:sp>
        <p:nvSpPr>
          <p:cNvPr id="131" name="Destination rank 1"/>
          <p:cNvSpPr txBox="1"/>
          <p:nvPr/>
        </p:nvSpPr>
        <p:spPr>
          <a:xfrm>
            <a:off x="6438900" y="1584960"/>
            <a:ext cx="312420" cy="2362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/>
              </a:rPr>
              <a:t>r1</a:t>
            </a:r>
          </a:p>
        </p:txBody>
      </p:sp>
      <p:sp>
        <p:nvSpPr>
          <p:cNvPr id="132" name="Rank 1 segment from source 0"/>
          <p:cNvSpPr/>
          <p:nvPr/>
        </p:nvSpPr>
        <p:spPr>
          <a:xfrm>
            <a:off x="6789420" y="1592580"/>
            <a:ext cx="2590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Rank 1 segment from source 0 / records 0 / segment 0"/>
          <p:cNvCxnSpPr/>
          <p:nvPr/>
        </p:nvCxnSpPr>
        <p:spPr>
          <a:xfrm>
            <a:off x="6835140" y="16611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Rank 1 segment from source 0 / records 1 / segment 0"/>
          <p:cNvCxnSpPr/>
          <p:nvPr/>
        </p:nvCxnSpPr>
        <p:spPr>
          <a:xfrm>
            <a:off x="6835140" y="17297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ank 1 segment from source 1"/>
          <p:cNvSpPr/>
          <p:nvPr/>
        </p:nvSpPr>
        <p:spPr>
          <a:xfrm>
            <a:off x="7109460" y="1592580"/>
            <a:ext cx="259080" cy="213360"/>
          </a:xfrm>
          <a:prstGeom prst="rect">
            <a:avLst/>
          </a:prstGeom>
          <a:solidFill>
            <a:srgbClr val="DAEBCB"/>
          </a:solidFill>
          <a:ln w="1828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Rank 1 segment from source 1 / records 0 / segment 0"/>
          <p:cNvCxnSpPr/>
          <p:nvPr/>
        </p:nvCxnSpPr>
        <p:spPr>
          <a:xfrm>
            <a:off x="7155180" y="16611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Rank 1 segment from source 1 / records 1 / segment 0"/>
          <p:cNvCxnSpPr/>
          <p:nvPr/>
        </p:nvCxnSpPr>
        <p:spPr>
          <a:xfrm>
            <a:off x="7155180" y="17297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ank 1 segment from source 2"/>
          <p:cNvSpPr/>
          <p:nvPr/>
        </p:nvSpPr>
        <p:spPr>
          <a:xfrm>
            <a:off x="7429500" y="1592580"/>
            <a:ext cx="2590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Rank 1 segment from source 2 / records 0 / segment 0"/>
          <p:cNvCxnSpPr/>
          <p:nvPr/>
        </p:nvCxnSpPr>
        <p:spPr>
          <a:xfrm>
            <a:off x="7475220" y="166116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Rank 1 segment from source 2 / records 1 / segment 0"/>
          <p:cNvCxnSpPr/>
          <p:nvPr/>
        </p:nvCxnSpPr>
        <p:spPr>
          <a:xfrm>
            <a:off x="7475220" y="172974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ank 1 segment from source 3"/>
          <p:cNvSpPr/>
          <p:nvPr/>
        </p:nvSpPr>
        <p:spPr>
          <a:xfrm>
            <a:off x="7749540" y="1592580"/>
            <a:ext cx="2590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Rank 1 segment from source 3 / records 0 / segment 0"/>
          <p:cNvCxnSpPr/>
          <p:nvPr/>
        </p:nvCxnSpPr>
        <p:spPr>
          <a:xfrm>
            <a:off x="7795260" y="16611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Rank 1 segment from source 3 / records 1 / segment 0"/>
          <p:cNvCxnSpPr/>
          <p:nvPr/>
        </p:nvCxnSpPr>
        <p:spPr>
          <a:xfrm>
            <a:off x="7795260" y="17297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ank 1 segment from source 4"/>
          <p:cNvSpPr/>
          <p:nvPr/>
        </p:nvSpPr>
        <p:spPr>
          <a:xfrm>
            <a:off x="8069579" y="1592580"/>
            <a:ext cx="2590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5" name="Rank 1 segment from source 4 / records 0 / segment 0"/>
          <p:cNvCxnSpPr/>
          <p:nvPr/>
        </p:nvCxnSpPr>
        <p:spPr>
          <a:xfrm>
            <a:off x="8115300" y="16611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Rank 1 segment from source 4 / records 1 / segment 0"/>
          <p:cNvCxnSpPr/>
          <p:nvPr/>
        </p:nvCxnSpPr>
        <p:spPr>
          <a:xfrm>
            <a:off x="8115300" y="17297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ank 1 segment from source 5"/>
          <p:cNvSpPr/>
          <p:nvPr/>
        </p:nvSpPr>
        <p:spPr>
          <a:xfrm>
            <a:off x="8389620" y="1592580"/>
            <a:ext cx="2590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Rank 1 segment from source 5 / records 0 / segment 0"/>
          <p:cNvCxnSpPr/>
          <p:nvPr/>
        </p:nvCxnSpPr>
        <p:spPr>
          <a:xfrm>
            <a:off x="8435340" y="16611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Rank 1 segment from source 5 / records 1 / segment 0"/>
          <p:cNvCxnSpPr/>
          <p:nvPr/>
        </p:nvCxnSpPr>
        <p:spPr>
          <a:xfrm>
            <a:off x="8435340" y="17297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Merge rank 1 / segment 0"/>
          <p:cNvCxnSpPr/>
          <p:nvPr/>
        </p:nvCxnSpPr>
        <p:spPr>
          <a:xfrm>
            <a:off x="8709660" y="1699260"/>
            <a:ext cx="51816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ank 1 merged record group 0"/>
          <p:cNvSpPr/>
          <p:nvPr/>
        </p:nvSpPr>
        <p:spPr>
          <a:xfrm>
            <a:off x="9334500" y="1592580"/>
            <a:ext cx="2209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ank 1 merged record group 1"/>
          <p:cNvSpPr/>
          <p:nvPr/>
        </p:nvSpPr>
        <p:spPr>
          <a:xfrm>
            <a:off x="9555480" y="1592580"/>
            <a:ext cx="2209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ank 1 merged record group 2"/>
          <p:cNvSpPr/>
          <p:nvPr/>
        </p:nvSpPr>
        <p:spPr>
          <a:xfrm>
            <a:off x="9776460" y="1592580"/>
            <a:ext cx="2209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ank 1 merged record group 3"/>
          <p:cNvSpPr/>
          <p:nvPr/>
        </p:nvSpPr>
        <p:spPr>
          <a:xfrm>
            <a:off x="9997440" y="1592580"/>
            <a:ext cx="2209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ank 1 merged record group 4"/>
          <p:cNvSpPr/>
          <p:nvPr/>
        </p:nvSpPr>
        <p:spPr>
          <a:xfrm>
            <a:off x="10218420" y="1592580"/>
            <a:ext cx="2209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ank 1 merged record group 5"/>
          <p:cNvSpPr/>
          <p:nvPr/>
        </p:nvSpPr>
        <p:spPr>
          <a:xfrm>
            <a:off x="10439400" y="1592580"/>
            <a:ext cx="220980" cy="213360"/>
          </a:xfrm>
          <a:prstGeom prst="rect">
            <a:avLst/>
          </a:prstGeom>
          <a:solidFill>
            <a:srgbClr val="DAEBCB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7" name="Compress rank 1 / segment 0"/>
          <p:cNvCxnSpPr/>
          <p:nvPr/>
        </p:nvCxnSpPr>
        <p:spPr>
          <a:xfrm>
            <a:off x="10721340" y="1699260"/>
            <a:ext cx="29718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0" name="Rank body 1 [editable group]"/>
          <p:cNvGrpSpPr/>
          <p:nvPr/>
        </p:nvGrpSpPr>
        <p:grpSpPr>
          <a:xfrm>
            <a:off x="11079480" y="1592580"/>
            <a:ext cx="647700" cy="213360"/>
            <a:chOff x="11079480" y="1592580"/>
            <a:chExt cx="647700" cy="213360"/>
          </a:xfrm>
        </p:grpSpPr>
        <p:sp>
          <p:nvSpPr>
            <p:cNvPr id="158" name="Rank body 1"/>
            <p:cNvSpPr/>
            <p:nvPr/>
          </p:nvSpPr>
          <p:spPr>
            <a:xfrm>
              <a:off x="11079480" y="1592580"/>
              <a:ext cx="647700" cy="213360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Rank body 1 / label"/>
            <p:cNvSpPr txBox="1"/>
            <p:nvPr/>
          </p:nvSpPr>
          <p:spPr>
            <a:xfrm>
              <a:off x="11125200" y="1615440"/>
              <a:ext cx="55626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1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0" i="0">
                  <a:solidFill>
                    <a:srgbClr val="172C36"/>
                  </a:solidFill>
                  <a:latin typeface="Arial"/>
                </a:rPr>
                <a:t>body 1</a:t>
              </a:r>
            </a:p>
          </p:txBody>
        </p:sp>
      </p:grpSp>
      <p:sp>
        <p:nvSpPr>
          <p:cNvPr id="161" name="Source rank 2"/>
          <p:cNvSpPr txBox="1"/>
          <p:nvPr/>
        </p:nvSpPr>
        <p:spPr>
          <a:xfrm>
            <a:off x="358140" y="1912620"/>
            <a:ext cx="312420" cy="2362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/>
              </a:rPr>
              <a:t>r2</a:t>
            </a:r>
          </a:p>
        </p:txBody>
      </p:sp>
      <p:grpSp>
        <p:nvGrpSpPr>
          <p:cNvPr id="164" name="Unordered rank 2 / 0 [editable group]"/>
          <p:cNvGrpSpPr/>
          <p:nvPr/>
        </p:nvGrpSpPr>
        <p:grpSpPr>
          <a:xfrm>
            <a:off x="723900" y="1920240"/>
            <a:ext cx="259080" cy="213360"/>
            <a:chOff x="723900" y="1920240"/>
            <a:chExt cx="259080" cy="213360"/>
          </a:xfrm>
        </p:grpSpPr>
        <p:sp>
          <p:nvSpPr>
            <p:cNvPr id="162" name="Unordered rank 2 / 0"/>
            <p:cNvSpPr/>
            <p:nvPr/>
          </p:nvSpPr>
          <p:spPr>
            <a:xfrm>
              <a:off x="723900" y="192024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Unordered rank 2 / 0 / label"/>
            <p:cNvSpPr txBox="1"/>
            <p:nvPr/>
          </p:nvSpPr>
          <p:spPr>
            <a:xfrm>
              <a:off x="76962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3</a:t>
              </a:r>
            </a:p>
          </p:txBody>
        </p:sp>
      </p:grpSp>
      <p:grpSp>
        <p:nvGrpSpPr>
          <p:cNvPr id="167" name="Unordered rank 2 / 1 [editable group]"/>
          <p:cNvGrpSpPr/>
          <p:nvPr/>
        </p:nvGrpSpPr>
        <p:grpSpPr>
          <a:xfrm>
            <a:off x="1013460" y="1920240"/>
            <a:ext cx="259080" cy="213360"/>
            <a:chOff x="1013460" y="1920240"/>
            <a:chExt cx="259080" cy="213360"/>
          </a:xfrm>
        </p:grpSpPr>
        <p:sp>
          <p:nvSpPr>
            <p:cNvPr id="165" name="Unordered rank 2 / 1"/>
            <p:cNvSpPr/>
            <p:nvPr/>
          </p:nvSpPr>
          <p:spPr>
            <a:xfrm>
              <a:off x="1013460" y="192024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Unordered rank 2 / 1 / label"/>
            <p:cNvSpPr txBox="1"/>
            <p:nvPr/>
          </p:nvSpPr>
          <p:spPr>
            <a:xfrm>
              <a:off x="105918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0</a:t>
              </a:r>
            </a:p>
          </p:txBody>
        </p:sp>
      </p:grpSp>
      <p:grpSp>
        <p:nvGrpSpPr>
          <p:cNvPr id="170" name="Unordered rank 2 / 2 [editable group]"/>
          <p:cNvGrpSpPr/>
          <p:nvPr/>
        </p:nvGrpSpPr>
        <p:grpSpPr>
          <a:xfrm>
            <a:off x="1303020" y="1920240"/>
            <a:ext cx="259080" cy="213360"/>
            <a:chOff x="1303020" y="1920240"/>
            <a:chExt cx="259080" cy="213360"/>
          </a:xfrm>
        </p:grpSpPr>
        <p:sp>
          <p:nvSpPr>
            <p:cNvPr id="168" name="Unordered rank 2 / 2"/>
            <p:cNvSpPr/>
            <p:nvPr/>
          </p:nvSpPr>
          <p:spPr>
            <a:xfrm>
              <a:off x="1303020" y="192024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Unordered rank 2 / 2 / label"/>
            <p:cNvSpPr txBox="1"/>
            <p:nvPr/>
          </p:nvSpPr>
          <p:spPr>
            <a:xfrm>
              <a:off x="134874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4</a:t>
              </a:r>
            </a:p>
          </p:txBody>
        </p:sp>
      </p:grpSp>
      <p:grpSp>
        <p:nvGrpSpPr>
          <p:cNvPr id="173" name="Unordered rank 2 / 3 [editable group]"/>
          <p:cNvGrpSpPr/>
          <p:nvPr/>
        </p:nvGrpSpPr>
        <p:grpSpPr>
          <a:xfrm>
            <a:off x="1592580" y="1920240"/>
            <a:ext cx="259080" cy="213360"/>
            <a:chOff x="1592580" y="1920240"/>
            <a:chExt cx="259080" cy="213360"/>
          </a:xfrm>
        </p:grpSpPr>
        <p:sp>
          <p:nvSpPr>
            <p:cNvPr id="171" name="Unordered rank 2 / 3"/>
            <p:cNvSpPr/>
            <p:nvPr/>
          </p:nvSpPr>
          <p:spPr>
            <a:xfrm>
              <a:off x="1592580" y="192024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Unordered rank 2 / 3 / label"/>
            <p:cNvSpPr txBox="1"/>
            <p:nvPr/>
          </p:nvSpPr>
          <p:spPr>
            <a:xfrm>
              <a:off x="163830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2</a:t>
              </a:r>
            </a:p>
          </p:txBody>
        </p:sp>
      </p:grpSp>
      <p:grpSp>
        <p:nvGrpSpPr>
          <p:cNvPr id="176" name="Unordered rank 2 / 4 [editable group]"/>
          <p:cNvGrpSpPr/>
          <p:nvPr/>
        </p:nvGrpSpPr>
        <p:grpSpPr>
          <a:xfrm>
            <a:off x="1882139" y="1920240"/>
            <a:ext cx="259080" cy="213360"/>
            <a:chOff x="1882139" y="1920240"/>
            <a:chExt cx="259080" cy="213360"/>
          </a:xfrm>
        </p:grpSpPr>
        <p:sp>
          <p:nvSpPr>
            <p:cNvPr id="174" name="Unordered rank 2 / 4"/>
            <p:cNvSpPr/>
            <p:nvPr/>
          </p:nvSpPr>
          <p:spPr>
            <a:xfrm>
              <a:off x="1882139" y="192024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Unordered rank 2 / 4 / label"/>
            <p:cNvSpPr txBox="1"/>
            <p:nvPr/>
          </p:nvSpPr>
          <p:spPr>
            <a:xfrm>
              <a:off x="192786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5</a:t>
              </a:r>
            </a:p>
          </p:txBody>
        </p:sp>
      </p:grpSp>
      <p:grpSp>
        <p:nvGrpSpPr>
          <p:cNvPr id="179" name="Unordered rank 2 / 5 [editable group]"/>
          <p:cNvGrpSpPr/>
          <p:nvPr/>
        </p:nvGrpSpPr>
        <p:grpSpPr>
          <a:xfrm>
            <a:off x="2171700" y="1920240"/>
            <a:ext cx="259080" cy="213360"/>
            <a:chOff x="2171700" y="1920240"/>
            <a:chExt cx="259080" cy="213360"/>
          </a:xfrm>
        </p:grpSpPr>
        <p:sp>
          <p:nvSpPr>
            <p:cNvPr id="177" name="Unordered rank 2 / 5"/>
            <p:cNvSpPr/>
            <p:nvPr/>
          </p:nvSpPr>
          <p:spPr>
            <a:xfrm>
              <a:off x="2171700" y="192024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Unordered rank 2 / 5 / label"/>
            <p:cNvSpPr txBox="1"/>
            <p:nvPr/>
          </p:nvSpPr>
          <p:spPr>
            <a:xfrm>
              <a:off x="221742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1</a:t>
              </a:r>
            </a:p>
          </p:txBody>
        </p:sp>
      </p:grpSp>
      <p:cxnSp>
        <p:nvCxnSpPr>
          <p:cNvPr id="180" name="Local ordering rank 2 / segment 0"/>
          <p:cNvCxnSpPr/>
          <p:nvPr/>
        </p:nvCxnSpPr>
        <p:spPr>
          <a:xfrm>
            <a:off x="2476500" y="2026920"/>
            <a:ext cx="34290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3" name="Owner-ordered rank 2 / 0 [editable group]"/>
          <p:cNvGrpSpPr/>
          <p:nvPr/>
        </p:nvGrpSpPr>
        <p:grpSpPr>
          <a:xfrm>
            <a:off x="2895600" y="1920240"/>
            <a:ext cx="259080" cy="213360"/>
            <a:chOff x="2895600" y="1920240"/>
            <a:chExt cx="259080" cy="213360"/>
          </a:xfrm>
        </p:grpSpPr>
        <p:sp>
          <p:nvSpPr>
            <p:cNvPr id="181" name="Owner-ordered rank 2 / 0"/>
            <p:cNvSpPr/>
            <p:nvPr/>
          </p:nvSpPr>
          <p:spPr>
            <a:xfrm>
              <a:off x="2895600" y="192024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Owner-ordered rank 2 / 0 / label"/>
            <p:cNvSpPr txBox="1"/>
            <p:nvPr/>
          </p:nvSpPr>
          <p:spPr>
            <a:xfrm>
              <a:off x="294132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0</a:t>
              </a:r>
            </a:p>
          </p:txBody>
        </p:sp>
      </p:grpSp>
      <p:grpSp>
        <p:nvGrpSpPr>
          <p:cNvPr id="186" name="Owner-ordered rank 2 / 1 [editable group]"/>
          <p:cNvGrpSpPr/>
          <p:nvPr/>
        </p:nvGrpSpPr>
        <p:grpSpPr>
          <a:xfrm>
            <a:off x="3185160" y="1920240"/>
            <a:ext cx="259080" cy="213360"/>
            <a:chOff x="3185160" y="1920240"/>
            <a:chExt cx="259080" cy="213360"/>
          </a:xfrm>
        </p:grpSpPr>
        <p:sp>
          <p:nvSpPr>
            <p:cNvPr id="184" name="Owner-ordered rank 2 / 1"/>
            <p:cNvSpPr/>
            <p:nvPr/>
          </p:nvSpPr>
          <p:spPr>
            <a:xfrm>
              <a:off x="3185160" y="192024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Owner-ordered rank 2 / 1 / label"/>
            <p:cNvSpPr txBox="1"/>
            <p:nvPr/>
          </p:nvSpPr>
          <p:spPr>
            <a:xfrm>
              <a:off x="323088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1</a:t>
              </a:r>
            </a:p>
          </p:txBody>
        </p:sp>
      </p:grpSp>
      <p:grpSp>
        <p:nvGrpSpPr>
          <p:cNvPr id="189" name="Owner-ordered rank 2 / 2 [editable group]"/>
          <p:cNvGrpSpPr/>
          <p:nvPr/>
        </p:nvGrpSpPr>
        <p:grpSpPr>
          <a:xfrm>
            <a:off x="3474720" y="1920240"/>
            <a:ext cx="259080" cy="213360"/>
            <a:chOff x="3474720" y="1920240"/>
            <a:chExt cx="259080" cy="213360"/>
          </a:xfrm>
        </p:grpSpPr>
        <p:sp>
          <p:nvSpPr>
            <p:cNvPr id="187" name="Owner-ordered rank 2 / 2"/>
            <p:cNvSpPr/>
            <p:nvPr/>
          </p:nvSpPr>
          <p:spPr>
            <a:xfrm>
              <a:off x="3474720" y="192024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Owner-ordered rank 2 / 2 / label"/>
            <p:cNvSpPr txBox="1"/>
            <p:nvPr/>
          </p:nvSpPr>
          <p:spPr>
            <a:xfrm>
              <a:off x="352044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2</a:t>
              </a:r>
            </a:p>
          </p:txBody>
        </p:sp>
      </p:grpSp>
      <p:grpSp>
        <p:nvGrpSpPr>
          <p:cNvPr id="192" name="Owner-ordered rank 2 / 3 [editable group]"/>
          <p:cNvGrpSpPr/>
          <p:nvPr/>
        </p:nvGrpSpPr>
        <p:grpSpPr>
          <a:xfrm>
            <a:off x="3764279" y="1920240"/>
            <a:ext cx="259080" cy="213360"/>
            <a:chOff x="3764279" y="1920240"/>
            <a:chExt cx="259080" cy="213360"/>
          </a:xfrm>
        </p:grpSpPr>
        <p:sp>
          <p:nvSpPr>
            <p:cNvPr id="190" name="Owner-ordered rank 2 / 3"/>
            <p:cNvSpPr/>
            <p:nvPr/>
          </p:nvSpPr>
          <p:spPr>
            <a:xfrm>
              <a:off x="3764279" y="192024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Owner-ordered rank 2 / 3 / label"/>
            <p:cNvSpPr txBox="1"/>
            <p:nvPr/>
          </p:nvSpPr>
          <p:spPr>
            <a:xfrm>
              <a:off x="381000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3</a:t>
              </a:r>
            </a:p>
          </p:txBody>
        </p:sp>
      </p:grpSp>
      <p:grpSp>
        <p:nvGrpSpPr>
          <p:cNvPr id="195" name="Owner-ordered rank 2 / 4 [editable group]"/>
          <p:cNvGrpSpPr/>
          <p:nvPr/>
        </p:nvGrpSpPr>
        <p:grpSpPr>
          <a:xfrm>
            <a:off x="4053840" y="1920240"/>
            <a:ext cx="259080" cy="213360"/>
            <a:chOff x="4053840" y="1920240"/>
            <a:chExt cx="259080" cy="213360"/>
          </a:xfrm>
        </p:grpSpPr>
        <p:sp>
          <p:nvSpPr>
            <p:cNvPr id="193" name="Owner-ordered rank 2 / 4"/>
            <p:cNvSpPr/>
            <p:nvPr/>
          </p:nvSpPr>
          <p:spPr>
            <a:xfrm>
              <a:off x="4053840" y="192024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Owner-ordered rank 2 / 4 / label"/>
            <p:cNvSpPr txBox="1"/>
            <p:nvPr/>
          </p:nvSpPr>
          <p:spPr>
            <a:xfrm>
              <a:off x="409956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4</a:t>
              </a:r>
            </a:p>
          </p:txBody>
        </p:sp>
      </p:grpSp>
      <p:grpSp>
        <p:nvGrpSpPr>
          <p:cNvPr id="198" name="Owner-ordered rank 2 / 5 [editable group]"/>
          <p:cNvGrpSpPr/>
          <p:nvPr/>
        </p:nvGrpSpPr>
        <p:grpSpPr>
          <a:xfrm>
            <a:off x="4343400" y="1920240"/>
            <a:ext cx="259080" cy="213360"/>
            <a:chOff x="4343400" y="1920240"/>
            <a:chExt cx="259080" cy="213360"/>
          </a:xfrm>
        </p:grpSpPr>
        <p:sp>
          <p:nvSpPr>
            <p:cNvPr id="196" name="Owner-ordered rank 2 / 5"/>
            <p:cNvSpPr/>
            <p:nvPr/>
          </p:nvSpPr>
          <p:spPr>
            <a:xfrm>
              <a:off x="4343400" y="192024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Owner-ordered rank 2 / 5 / label"/>
            <p:cNvSpPr txBox="1"/>
            <p:nvPr/>
          </p:nvSpPr>
          <p:spPr>
            <a:xfrm>
              <a:off x="4389120" y="194310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5</a:t>
              </a:r>
            </a:p>
          </p:txBody>
        </p:sp>
      </p:grpSp>
      <p:sp>
        <p:nvSpPr>
          <p:cNvPr id="199" name="Destination rank 2"/>
          <p:cNvSpPr txBox="1"/>
          <p:nvPr/>
        </p:nvSpPr>
        <p:spPr>
          <a:xfrm>
            <a:off x="6438900" y="1912620"/>
            <a:ext cx="312420" cy="2362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/>
              </a:rPr>
              <a:t>r2</a:t>
            </a:r>
          </a:p>
        </p:txBody>
      </p:sp>
      <p:sp>
        <p:nvSpPr>
          <p:cNvPr id="200" name="Rank 2 segment from source 0"/>
          <p:cNvSpPr/>
          <p:nvPr/>
        </p:nvSpPr>
        <p:spPr>
          <a:xfrm>
            <a:off x="6789420" y="1920240"/>
            <a:ext cx="2590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Rank 2 segment from source 0 / records 0 / segment 0"/>
          <p:cNvCxnSpPr/>
          <p:nvPr/>
        </p:nvCxnSpPr>
        <p:spPr>
          <a:xfrm>
            <a:off x="6835140" y="1988819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Rank 2 segment from source 0 / records 1 / segment 0"/>
          <p:cNvCxnSpPr/>
          <p:nvPr/>
        </p:nvCxnSpPr>
        <p:spPr>
          <a:xfrm>
            <a:off x="6835140" y="20574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ank 2 segment from source 1"/>
          <p:cNvSpPr/>
          <p:nvPr/>
        </p:nvSpPr>
        <p:spPr>
          <a:xfrm>
            <a:off x="7109460" y="1920240"/>
            <a:ext cx="2590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4" name="Rank 2 segment from source 1 / records 0 / segment 0"/>
          <p:cNvCxnSpPr/>
          <p:nvPr/>
        </p:nvCxnSpPr>
        <p:spPr>
          <a:xfrm>
            <a:off x="7155180" y="1988819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Rank 2 segment from source 1 / records 1 / segment 0"/>
          <p:cNvCxnSpPr/>
          <p:nvPr/>
        </p:nvCxnSpPr>
        <p:spPr>
          <a:xfrm>
            <a:off x="7155180" y="20574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Rank 2 segment from source 2"/>
          <p:cNvSpPr/>
          <p:nvPr/>
        </p:nvSpPr>
        <p:spPr>
          <a:xfrm>
            <a:off x="7429500" y="1920240"/>
            <a:ext cx="259080" cy="213360"/>
          </a:xfrm>
          <a:prstGeom prst="rect">
            <a:avLst/>
          </a:prstGeom>
          <a:solidFill>
            <a:srgbClr val="FFF5C2"/>
          </a:solidFill>
          <a:ln w="1828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7" name="Rank 2 segment from source 2 / records 0 / segment 0"/>
          <p:cNvCxnSpPr/>
          <p:nvPr/>
        </p:nvCxnSpPr>
        <p:spPr>
          <a:xfrm>
            <a:off x="7475220" y="1988819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Rank 2 segment from source 2 / records 1 / segment 0"/>
          <p:cNvCxnSpPr/>
          <p:nvPr/>
        </p:nvCxnSpPr>
        <p:spPr>
          <a:xfrm>
            <a:off x="7475220" y="205740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Rank 2 segment from source 3"/>
          <p:cNvSpPr/>
          <p:nvPr/>
        </p:nvSpPr>
        <p:spPr>
          <a:xfrm>
            <a:off x="7749540" y="1920240"/>
            <a:ext cx="2590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Rank 2 segment from source 3 / records 0 / segment 0"/>
          <p:cNvCxnSpPr/>
          <p:nvPr/>
        </p:nvCxnSpPr>
        <p:spPr>
          <a:xfrm>
            <a:off x="7795260" y="1988819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Rank 2 segment from source 3 / records 1 / segment 0"/>
          <p:cNvCxnSpPr/>
          <p:nvPr/>
        </p:nvCxnSpPr>
        <p:spPr>
          <a:xfrm>
            <a:off x="7795260" y="20574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Rank 2 segment from source 4"/>
          <p:cNvSpPr/>
          <p:nvPr/>
        </p:nvSpPr>
        <p:spPr>
          <a:xfrm>
            <a:off x="8069579" y="1920240"/>
            <a:ext cx="2590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3" name="Rank 2 segment from source 4 / records 0 / segment 0"/>
          <p:cNvCxnSpPr/>
          <p:nvPr/>
        </p:nvCxnSpPr>
        <p:spPr>
          <a:xfrm>
            <a:off x="8115300" y="1988819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Rank 2 segment from source 4 / records 1 / segment 0"/>
          <p:cNvCxnSpPr/>
          <p:nvPr/>
        </p:nvCxnSpPr>
        <p:spPr>
          <a:xfrm>
            <a:off x="8115300" y="20574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Rank 2 segment from source 5"/>
          <p:cNvSpPr/>
          <p:nvPr/>
        </p:nvSpPr>
        <p:spPr>
          <a:xfrm>
            <a:off x="8389620" y="1920240"/>
            <a:ext cx="2590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6" name="Rank 2 segment from source 5 / records 0 / segment 0"/>
          <p:cNvCxnSpPr/>
          <p:nvPr/>
        </p:nvCxnSpPr>
        <p:spPr>
          <a:xfrm>
            <a:off x="8435340" y="1988819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Rank 2 segment from source 5 / records 1 / segment 0"/>
          <p:cNvCxnSpPr/>
          <p:nvPr/>
        </p:nvCxnSpPr>
        <p:spPr>
          <a:xfrm>
            <a:off x="8435340" y="20574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Merge rank 2 / segment 0"/>
          <p:cNvCxnSpPr/>
          <p:nvPr/>
        </p:nvCxnSpPr>
        <p:spPr>
          <a:xfrm>
            <a:off x="8709660" y="2026920"/>
            <a:ext cx="51816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ank 2 merged record group 0"/>
          <p:cNvSpPr/>
          <p:nvPr/>
        </p:nvSpPr>
        <p:spPr>
          <a:xfrm>
            <a:off x="9334500" y="1920240"/>
            <a:ext cx="2209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ank 2 merged record group 1"/>
          <p:cNvSpPr/>
          <p:nvPr/>
        </p:nvSpPr>
        <p:spPr>
          <a:xfrm>
            <a:off x="9555480" y="1920240"/>
            <a:ext cx="2209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ank 2 merged record group 2"/>
          <p:cNvSpPr/>
          <p:nvPr/>
        </p:nvSpPr>
        <p:spPr>
          <a:xfrm>
            <a:off x="9776460" y="1920240"/>
            <a:ext cx="2209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ank 2 merged record group 3"/>
          <p:cNvSpPr/>
          <p:nvPr/>
        </p:nvSpPr>
        <p:spPr>
          <a:xfrm>
            <a:off x="9997440" y="1920240"/>
            <a:ext cx="2209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ank 2 merged record group 4"/>
          <p:cNvSpPr/>
          <p:nvPr/>
        </p:nvSpPr>
        <p:spPr>
          <a:xfrm>
            <a:off x="10218420" y="1920240"/>
            <a:ext cx="2209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ank 2 merged record group 5"/>
          <p:cNvSpPr/>
          <p:nvPr/>
        </p:nvSpPr>
        <p:spPr>
          <a:xfrm>
            <a:off x="10439400" y="1920240"/>
            <a:ext cx="220980" cy="213360"/>
          </a:xfrm>
          <a:prstGeom prst="rect">
            <a:avLst/>
          </a:prstGeom>
          <a:solidFill>
            <a:srgbClr val="FFF5C2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5" name="Compress rank 2 / segment 0"/>
          <p:cNvCxnSpPr/>
          <p:nvPr/>
        </p:nvCxnSpPr>
        <p:spPr>
          <a:xfrm>
            <a:off x="10721340" y="2026920"/>
            <a:ext cx="29718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8" name="Rank body 2 [editable group]"/>
          <p:cNvGrpSpPr/>
          <p:nvPr/>
        </p:nvGrpSpPr>
        <p:grpSpPr>
          <a:xfrm>
            <a:off x="11079480" y="1920240"/>
            <a:ext cx="647700" cy="213360"/>
            <a:chOff x="11079480" y="1920240"/>
            <a:chExt cx="647700" cy="213360"/>
          </a:xfrm>
        </p:grpSpPr>
        <p:sp>
          <p:nvSpPr>
            <p:cNvPr id="226" name="Rank body 2"/>
            <p:cNvSpPr/>
            <p:nvPr/>
          </p:nvSpPr>
          <p:spPr>
            <a:xfrm>
              <a:off x="11079480" y="1920240"/>
              <a:ext cx="647700" cy="213360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Rank body 2 / label"/>
            <p:cNvSpPr txBox="1"/>
            <p:nvPr/>
          </p:nvSpPr>
          <p:spPr>
            <a:xfrm>
              <a:off x="11125200" y="1943100"/>
              <a:ext cx="55626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1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0" i="0">
                  <a:solidFill>
                    <a:srgbClr val="172C36"/>
                  </a:solidFill>
                  <a:latin typeface="Arial"/>
                </a:rPr>
                <a:t>body 2</a:t>
              </a:r>
            </a:p>
          </p:txBody>
        </p:sp>
      </p:grpSp>
      <p:sp>
        <p:nvSpPr>
          <p:cNvPr id="229" name="Source rank 3"/>
          <p:cNvSpPr txBox="1"/>
          <p:nvPr/>
        </p:nvSpPr>
        <p:spPr>
          <a:xfrm>
            <a:off x="358140" y="2240280"/>
            <a:ext cx="312420" cy="2362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/>
              </a:rPr>
              <a:t>r3</a:t>
            </a:r>
          </a:p>
        </p:txBody>
      </p:sp>
      <p:grpSp>
        <p:nvGrpSpPr>
          <p:cNvPr id="232" name="Unordered rank 3 / 0 [editable group]"/>
          <p:cNvGrpSpPr/>
          <p:nvPr/>
        </p:nvGrpSpPr>
        <p:grpSpPr>
          <a:xfrm>
            <a:off x="723900" y="2247900"/>
            <a:ext cx="259080" cy="213360"/>
            <a:chOff x="723900" y="2247900"/>
            <a:chExt cx="259080" cy="213360"/>
          </a:xfrm>
        </p:grpSpPr>
        <p:sp>
          <p:nvSpPr>
            <p:cNvPr id="230" name="Unordered rank 3 / 0"/>
            <p:cNvSpPr/>
            <p:nvPr/>
          </p:nvSpPr>
          <p:spPr>
            <a:xfrm>
              <a:off x="723900" y="224790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Unordered rank 3 / 0 / label"/>
            <p:cNvSpPr txBox="1"/>
            <p:nvPr/>
          </p:nvSpPr>
          <p:spPr>
            <a:xfrm>
              <a:off x="76962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1</a:t>
              </a:r>
            </a:p>
          </p:txBody>
        </p:sp>
      </p:grpSp>
      <p:grpSp>
        <p:nvGrpSpPr>
          <p:cNvPr id="235" name="Unordered rank 3 / 1 [editable group]"/>
          <p:cNvGrpSpPr/>
          <p:nvPr/>
        </p:nvGrpSpPr>
        <p:grpSpPr>
          <a:xfrm>
            <a:off x="1013460" y="2247900"/>
            <a:ext cx="259080" cy="213360"/>
            <a:chOff x="1013460" y="2247900"/>
            <a:chExt cx="259080" cy="213360"/>
          </a:xfrm>
        </p:grpSpPr>
        <p:sp>
          <p:nvSpPr>
            <p:cNvPr id="233" name="Unordered rank 3 / 1"/>
            <p:cNvSpPr/>
            <p:nvPr/>
          </p:nvSpPr>
          <p:spPr>
            <a:xfrm>
              <a:off x="1013460" y="224790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Unordered rank 3 / 1 / label"/>
            <p:cNvSpPr txBox="1"/>
            <p:nvPr/>
          </p:nvSpPr>
          <p:spPr>
            <a:xfrm>
              <a:off x="105918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3</a:t>
              </a:r>
            </a:p>
          </p:txBody>
        </p:sp>
      </p:grpSp>
      <p:grpSp>
        <p:nvGrpSpPr>
          <p:cNvPr id="238" name="Unordered rank 3 / 2 [editable group]"/>
          <p:cNvGrpSpPr/>
          <p:nvPr/>
        </p:nvGrpSpPr>
        <p:grpSpPr>
          <a:xfrm>
            <a:off x="1303020" y="2247900"/>
            <a:ext cx="259080" cy="213360"/>
            <a:chOff x="1303020" y="2247900"/>
            <a:chExt cx="259080" cy="213360"/>
          </a:xfrm>
        </p:grpSpPr>
        <p:sp>
          <p:nvSpPr>
            <p:cNvPr id="236" name="Unordered rank 3 / 2"/>
            <p:cNvSpPr/>
            <p:nvPr/>
          </p:nvSpPr>
          <p:spPr>
            <a:xfrm>
              <a:off x="1303020" y="224790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Unordered rank 3 / 2 / label"/>
            <p:cNvSpPr txBox="1"/>
            <p:nvPr/>
          </p:nvSpPr>
          <p:spPr>
            <a:xfrm>
              <a:off x="134874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0</a:t>
              </a:r>
            </a:p>
          </p:txBody>
        </p:sp>
      </p:grpSp>
      <p:grpSp>
        <p:nvGrpSpPr>
          <p:cNvPr id="241" name="Unordered rank 3 / 3 [editable group]"/>
          <p:cNvGrpSpPr/>
          <p:nvPr/>
        </p:nvGrpSpPr>
        <p:grpSpPr>
          <a:xfrm>
            <a:off x="1592580" y="2247900"/>
            <a:ext cx="259080" cy="213360"/>
            <a:chOff x="1592580" y="2247900"/>
            <a:chExt cx="259080" cy="213360"/>
          </a:xfrm>
        </p:grpSpPr>
        <p:sp>
          <p:nvSpPr>
            <p:cNvPr id="239" name="Unordered rank 3 / 3"/>
            <p:cNvSpPr/>
            <p:nvPr/>
          </p:nvSpPr>
          <p:spPr>
            <a:xfrm>
              <a:off x="1592580" y="224790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Unordered rank 3 / 3 / label"/>
            <p:cNvSpPr txBox="1"/>
            <p:nvPr/>
          </p:nvSpPr>
          <p:spPr>
            <a:xfrm>
              <a:off x="163830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5</a:t>
              </a:r>
            </a:p>
          </p:txBody>
        </p:sp>
      </p:grpSp>
      <p:grpSp>
        <p:nvGrpSpPr>
          <p:cNvPr id="244" name="Unordered rank 3 / 4 [editable group]"/>
          <p:cNvGrpSpPr/>
          <p:nvPr/>
        </p:nvGrpSpPr>
        <p:grpSpPr>
          <a:xfrm>
            <a:off x="1882139" y="2247900"/>
            <a:ext cx="259080" cy="213360"/>
            <a:chOff x="1882139" y="2247900"/>
            <a:chExt cx="259080" cy="213360"/>
          </a:xfrm>
        </p:grpSpPr>
        <p:sp>
          <p:nvSpPr>
            <p:cNvPr id="242" name="Unordered rank 3 / 4"/>
            <p:cNvSpPr/>
            <p:nvPr/>
          </p:nvSpPr>
          <p:spPr>
            <a:xfrm>
              <a:off x="1882139" y="224790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Unordered rank 3 / 4 / label"/>
            <p:cNvSpPr txBox="1"/>
            <p:nvPr/>
          </p:nvSpPr>
          <p:spPr>
            <a:xfrm>
              <a:off x="192786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2</a:t>
              </a:r>
            </a:p>
          </p:txBody>
        </p:sp>
      </p:grpSp>
      <p:grpSp>
        <p:nvGrpSpPr>
          <p:cNvPr id="247" name="Unordered rank 3 / 5 [editable group]"/>
          <p:cNvGrpSpPr/>
          <p:nvPr/>
        </p:nvGrpSpPr>
        <p:grpSpPr>
          <a:xfrm>
            <a:off x="2171700" y="2247900"/>
            <a:ext cx="259080" cy="213360"/>
            <a:chOff x="2171700" y="2247900"/>
            <a:chExt cx="259080" cy="213360"/>
          </a:xfrm>
        </p:grpSpPr>
        <p:sp>
          <p:nvSpPr>
            <p:cNvPr id="245" name="Unordered rank 3 / 5"/>
            <p:cNvSpPr/>
            <p:nvPr/>
          </p:nvSpPr>
          <p:spPr>
            <a:xfrm>
              <a:off x="2171700" y="224790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Unordered rank 3 / 5 / label"/>
            <p:cNvSpPr txBox="1"/>
            <p:nvPr/>
          </p:nvSpPr>
          <p:spPr>
            <a:xfrm>
              <a:off x="221742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4</a:t>
              </a:r>
            </a:p>
          </p:txBody>
        </p:sp>
      </p:grpSp>
      <p:cxnSp>
        <p:nvCxnSpPr>
          <p:cNvPr id="248" name="Local ordering rank 3 / segment 0"/>
          <p:cNvCxnSpPr/>
          <p:nvPr/>
        </p:nvCxnSpPr>
        <p:spPr>
          <a:xfrm>
            <a:off x="2476500" y="2354580"/>
            <a:ext cx="34290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1" name="Owner-ordered rank 3 / 0 [editable group]"/>
          <p:cNvGrpSpPr/>
          <p:nvPr/>
        </p:nvGrpSpPr>
        <p:grpSpPr>
          <a:xfrm>
            <a:off x="2895600" y="2247900"/>
            <a:ext cx="259080" cy="213360"/>
            <a:chOff x="2895600" y="2247900"/>
            <a:chExt cx="259080" cy="213360"/>
          </a:xfrm>
        </p:grpSpPr>
        <p:sp>
          <p:nvSpPr>
            <p:cNvPr id="249" name="Owner-ordered rank 3 / 0"/>
            <p:cNvSpPr/>
            <p:nvPr/>
          </p:nvSpPr>
          <p:spPr>
            <a:xfrm>
              <a:off x="2895600" y="224790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Owner-ordered rank 3 / 0 / label"/>
            <p:cNvSpPr txBox="1"/>
            <p:nvPr/>
          </p:nvSpPr>
          <p:spPr>
            <a:xfrm>
              <a:off x="294132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0</a:t>
              </a:r>
            </a:p>
          </p:txBody>
        </p:sp>
      </p:grpSp>
      <p:grpSp>
        <p:nvGrpSpPr>
          <p:cNvPr id="254" name="Owner-ordered rank 3 / 1 [editable group]"/>
          <p:cNvGrpSpPr/>
          <p:nvPr/>
        </p:nvGrpSpPr>
        <p:grpSpPr>
          <a:xfrm>
            <a:off x="3185160" y="2247900"/>
            <a:ext cx="259080" cy="213360"/>
            <a:chOff x="3185160" y="2247900"/>
            <a:chExt cx="259080" cy="213360"/>
          </a:xfrm>
        </p:grpSpPr>
        <p:sp>
          <p:nvSpPr>
            <p:cNvPr id="252" name="Owner-ordered rank 3 / 1"/>
            <p:cNvSpPr/>
            <p:nvPr/>
          </p:nvSpPr>
          <p:spPr>
            <a:xfrm>
              <a:off x="3185160" y="224790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Owner-ordered rank 3 / 1 / label"/>
            <p:cNvSpPr txBox="1"/>
            <p:nvPr/>
          </p:nvSpPr>
          <p:spPr>
            <a:xfrm>
              <a:off x="323088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1</a:t>
              </a:r>
            </a:p>
          </p:txBody>
        </p:sp>
      </p:grpSp>
      <p:grpSp>
        <p:nvGrpSpPr>
          <p:cNvPr id="257" name="Owner-ordered rank 3 / 2 [editable group]"/>
          <p:cNvGrpSpPr/>
          <p:nvPr/>
        </p:nvGrpSpPr>
        <p:grpSpPr>
          <a:xfrm>
            <a:off x="3474720" y="2247900"/>
            <a:ext cx="259080" cy="213360"/>
            <a:chOff x="3474720" y="2247900"/>
            <a:chExt cx="259080" cy="213360"/>
          </a:xfrm>
        </p:grpSpPr>
        <p:sp>
          <p:nvSpPr>
            <p:cNvPr id="255" name="Owner-ordered rank 3 / 2"/>
            <p:cNvSpPr/>
            <p:nvPr/>
          </p:nvSpPr>
          <p:spPr>
            <a:xfrm>
              <a:off x="3474720" y="224790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Owner-ordered rank 3 / 2 / label"/>
            <p:cNvSpPr txBox="1"/>
            <p:nvPr/>
          </p:nvSpPr>
          <p:spPr>
            <a:xfrm>
              <a:off x="352044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2</a:t>
              </a:r>
            </a:p>
          </p:txBody>
        </p:sp>
      </p:grpSp>
      <p:grpSp>
        <p:nvGrpSpPr>
          <p:cNvPr id="260" name="Owner-ordered rank 3 / 3 [editable group]"/>
          <p:cNvGrpSpPr/>
          <p:nvPr/>
        </p:nvGrpSpPr>
        <p:grpSpPr>
          <a:xfrm>
            <a:off x="3764279" y="2247900"/>
            <a:ext cx="259080" cy="213360"/>
            <a:chOff x="3764279" y="2247900"/>
            <a:chExt cx="259080" cy="213360"/>
          </a:xfrm>
        </p:grpSpPr>
        <p:sp>
          <p:nvSpPr>
            <p:cNvPr id="258" name="Owner-ordered rank 3 / 3"/>
            <p:cNvSpPr/>
            <p:nvPr/>
          </p:nvSpPr>
          <p:spPr>
            <a:xfrm>
              <a:off x="3764279" y="224790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Owner-ordered rank 3 / 3 / label"/>
            <p:cNvSpPr txBox="1"/>
            <p:nvPr/>
          </p:nvSpPr>
          <p:spPr>
            <a:xfrm>
              <a:off x="381000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3</a:t>
              </a:r>
            </a:p>
          </p:txBody>
        </p:sp>
      </p:grpSp>
      <p:grpSp>
        <p:nvGrpSpPr>
          <p:cNvPr id="263" name="Owner-ordered rank 3 / 4 [editable group]"/>
          <p:cNvGrpSpPr/>
          <p:nvPr/>
        </p:nvGrpSpPr>
        <p:grpSpPr>
          <a:xfrm>
            <a:off x="4053840" y="2247900"/>
            <a:ext cx="259080" cy="213360"/>
            <a:chOff x="4053840" y="2247900"/>
            <a:chExt cx="259080" cy="213360"/>
          </a:xfrm>
        </p:grpSpPr>
        <p:sp>
          <p:nvSpPr>
            <p:cNvPr id="261" name="Owner-ordered rank 3 / 4"/>
            <p:cNvSpPr/>
            <p:nvPr/>
          </p:nvSpPr>
          <p:spPr>
            <a:xfrm>
              <a:off x="4053840" y="224790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Owner-ordered rank 3 / 4 / label"/>
            <p:cNvSpPr txBox="1"/>
            <p:nvPr/>
          </p:nvSpPr>
          <p:spPr>
            <a:xfrm>
              <a:off x="409956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4</a:t>
              </a:r>
            </a:p>
          </p:txBody>
        </p:sp>
      </p:grpSp>
      <p:grpSp>
        <p:nvGrpSpPr>
          <p:cNvPr id="266" name="Owner-ordered rank 3 / 5 [editable group]"/>
          <p:cNvGrpSpPr/>
          <p:nvPr/>
        </p:nvGrpSpPr>
        <p:grpSpPr>
          <a:xfrm>
            <a:off x="4343400" y="2247900"/>
            <a:ext cx="259080" cy="213360"/>
            <a:chOff x="4343400" y="2247900"/>
            <a:chExt cx="259080" cy="213360"/>
          </a:xfrm>
        </p:grpSpPr>
        <p:sp>
          <p:nvSpPr>
            <p:cNvPr id="264" name="Owner-ordered rank 3 / 5"/>
            <p:cNvSpPr/>
            <p:nvPr/>
          </p:nvSpPr>
          <p:spPr>
            <a:xfrm>
              <a:off x="4343400" y="224790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Owner-ordered rank 3 / 5 / label"/>
            <p:cNvSpPr txBox="1"/>
            <p:nvPr/>
          </p:nvSpPr>
          <p:spPr>
            <a:xfrm>
              <a:off x="4389120" y="227076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5</a:t>
              </a:r>
            </a:p>
          </p:txBody>
        </p:sp>
      </p:grpSp>
      <p:sp>
        <p:nvSpPr>
          <p:cNvPr id="267" name="Destination rank 3"/>
          <p:cNvSpPr txBox="1"/>
          <p:nvPr/>
        </p:nvSpPr>
        <p:spPr>
          <a:xfrm>
            <a:off x="6438900" y="2240280"/>
            <a:ext cx="312420" cy="2362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/>
              </a:rPr>
              <a:t>r3</a:t>
            </a:r>
          </a:p>
        </p:txBody>
      </p:sp>
      <p:sp>
        <p:nvSpPr>
          <p:cNvPr id="268" name="Rank 3 segment from source 0"/>
          <p:cNvSpPr/>
          <p:nvPr/>
        </p:nvSpPr>
        <p:spPr>
          <a:xfrm>
            <a:off x="6789420" y="2247900"/>
            <a:ext cx="2590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9" name="Rank 3 segment from source 0 / records 0 / segment 0"/>
          <p:cNvCxnSpPr/>
          <p:nvPr/>
        </p:nvCxnSpPr>
        <p:spPr>
          <a:xfrm>
            <a:off x="6835140" y="23164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Rank 3 segment from source 0 / records 1 / segment 0"/>
          <p:cNvCxnSpPr/>
          <p:nvPr/>
        </p:nvCxnSpPr>
        <p:spPr>
          <a:xfrm>
            <a:off x="6835140" y="23850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Rank 3 segment from source 1"/>
          <p:cNvSpPr/>
          <p:nvPr/>
        </p:nvSpPr>
        <p:spPr>
          <a:xfrm>
            <a:off x="7109460" y="2247900"/>
            <a:ext cx="2590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2" name="Rank 3 segment from source 1 / records 0 / segment 0"/>
          <p:cNvCxnSpPr/>
          <p:nvPr/>
        </p:nvCxnSpPr>
        <p:spPr>
          <a:xfrm>
            <a:off x="7155180" y="23164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Rank 3 segment from source 1 / records 1 / segment 0"/>
          <p:cNvCxnSpPr/>
          <p:nvPr/>
        </p:nvCxnSpPr>
        <p:spPr>
          <a:xfrm>
            <a:off x="7155180" y="23850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Rank 3 segment from source 2"/>
          <p:cNvSpPr/>
          <p:nvPr/>
        </p:nvSpPr>
        <p:spPr>
          <a:xfrm>
            <a:off x="7429500" y="2247900"/>
            <a:ext cx="2590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Rank 3 segment from source 2 / records 0 / segment 0"/>
          <p:cNvCxnSpPr/>
          <p:nvPr/>
        </p:nvCxnSpPr>
        <p:spPr>
          <a:xfrm>
            <a:off x="7475220" y="231648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Rank 3 segment from source 2 / records 1 / segment 0"/>
          <p:cNvCxnSpPr/>
          <p:nvPr/>
        </p:nvCxnSpPr>
        <p:spPr>
          <a:xfrm>
            <a:off x="7475220" y="238506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Rank 3 segment from source 3"/>
          <p:cNvSpPr/>
          <p:nvPr/>
        </p:nvSpPr>
        <p:spPr>
          <a:xfrm>
            <a:off x="7749540" y="2247900"/>
            <a:ext cx="259080" cy="213360"/>
          </a:xfrm>
          <a:prstGeom prst="rect">
            <a:avLst/>
          </a:prstGeom>
          <a:solidFill>
            <a:srgbClr val="FAD9BF"/>
          </a:solidFill>
          <a:ln w="1828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8" name="Rank 3 segment from source 3 / records 0 / segment 0"/>
          <p:cNvCxnSpPr/>
          <p:nvPr/>
        </p:nvCxnSpPr>
        <p:spPr>
          <a:xfrm>
            <a:off x="7795260" y="23164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Rank 3 segment from source 3 / records 1 / segment 0"/>
          <p:cNvCxnSpPr/>
          <p:nvPr/>
        </p:nvCxnSpPr>
        <p:spPr>
          <a:xfrm>
            <a:off x="7795260" y="23850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Rank 3 segment from source 4"/>
          <p:cNvSpPr/>
          <p:nvPr/>
        </p:nvSpPr>
        <p:spPr>
          <a:xfrm>
            <a:off x="8069579" y="2247900"/>
            <a:ext cx="2590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1" name="Rank 3 segment from source 4 / records 0 / segment 0"/>
          <p:cNvCxnSpPr/>
          <p:nvPr/>
        </p:nvCxnSpPr>
        <p:spPr>
          <a:xfrm>
            <a:off x="8115300" y="23164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Rank 3 segment from source 4 / records 1 / segment 0"/>
          <p:cNvCxnSpPr/>
          <p:nvPr/>
        </p:nvCxnSpPr>
        <p:spPr>
          <a:xfrm>
            <a:off x="8115300" y="23850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ank 3 segment from source 5"/>
          <p:cNvSpPr/>
          <p:nvPr/>
        </p:nvSpPr>
        <p:spPr>
          <a:xfrm>
            <a:off x="8389620" y="2247900"/>
            <a:ext cx="2590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4" name="Rank 3 segment from source 5 / records 0 / segment 0"/>
          <p:cNvCxnSpPr/>
          <p:nvPr/>
        </p:nvCxnSpPr>
        <p:spPr>
          <a:xfrm>
            <a:off x="8435340" y="23164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Rank 3 segment from source 5 / records 1 / segment 0"/>
          <p:cNvCxnSpPr/>
          <p:nvPr/>
        </p:nvCxnSpPr>
        <p:spPr>
          <a:xfrm>
            <a:off x="8435340" y="238506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Merge rank 3 / segment 0"/>
          <p:cNvCxnSpPr/>
          <p:nvPr/>
        </p:nvCxnSpPr>
        <p:spPr>
          <a:xfrm>
            <a:off x="8709660" y="2354580"/>
            <a:ext cx="51816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Rank 3 merged record group 0"/>
          <p:cNvSpPr/>
          <p:nvPr/>
        </p:nvSpPr>
        <p:spPr>
          <a:xfrm>
            <a:off x="9334500" y="2247900"/>
            <a:ext cx="2209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ank 3 merged record group 1"/>
          <p:cNvSpPr/>
          <p:nvPr/>
        </p:nvSpPr>
        <p:spPr>
          <a:xfrm>
            <a:off x="9555480" y="2247900"/>
            <a:ext cx="2209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ank 3 merged record group 2"/>
          <p:cNvSpPr/>
          <p:nvPr/>
        </p:nvSpPr>
        <p:spPr>
          <a:xfrm>
            <a:off x="9776460" y="2247900"/>
            <a:ext cx="2209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ank 3 merged record group 3"/>
          <p:cNvSpPr/>
          <p:nvPr/>
        </p:nvSpPr>
        <p:spPr>
          <a:xfrm>
            <a:off x="9997440" y="2247900"/>
            <a:ext cx="2209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ank 3 merged record group 4"/>
          <p:cNvSpPr/>
          <p:nvPr/>
        </p:nvSpPr>
        <p:spPr>
          <a:xfrm>
            <a:off x="10218420" y="2247900"/>
            <a:ext cx="2209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ank 3 merged record group 5"/>
          <p:cNvSpPr/>
          <p:nvPr/>
        </p:nvSpPr>
        <p:spPr>
          <a:xfrm>
            <a:off x="10439400" y="2247900"/>
            <a:ext cx="220980" cy="213360"/>
          </a:xfrm>
          <a:prstGeom prst="rect">
            <a:avLst/>
          </a:prstGeom>
          <a:solidFill>
            <a:srgbClr val="FAD9BF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3" name="Compress rank 3 / segment 0"/>
          <p:cNvCxnSpPr/>
          <p:nvPr/>
        </p:nvCxnSpPr>
        <p:spPr>
          <a:xfrm>
            <a:off x="10721340" y="2354580"/>
            <a:ext cx="29718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6" name="Rank body 3 [editable group]"/>
          <p:cNvGrpSpPr/>
          <p:nvPr/>
        </p:nvGrpSpPr>
        <p:grpSpPr>
          <a:xfrm>
            <a:off x="11079480" y="2247900"/>
            <a:ext cx="647700" cy="213360"/>
            <a:chOff x="11079480" y="2247900"/>
            <a:chExt cx="647700" cy="213360"/>
          </a:xfrm>
        </p:grpSpPr>
        <p:sp>
          <p:nvSpPr>
            <p:cNvPr id="294" name="Rank body 3"/>
            <p:cNvSpPr/>
            <p:nvPr/>
          </p:nvSpPr>
          <p:spPr>
            <a:xfrm>
              <a:off x="11079480" y="2247900"/>
              <a:ext cx="647700" cy="213360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Rank body 3 / label"/>
            <p:cNvSpPr txBox="1"/>
            <p:nvPr/>
          </p:nvSpPr>
          <p:spPr>
            <a:xfrm>
              <a:off x="11125200" y="2270760"/>
              <a:ext cx="55626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1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0" i="0">
                  <a:solidFill>
                    <a:srgbClr val="172C36"/>
                  </a:solidFill>
                  <a:latin typeface="Arial"/>
                </a:rPr>
                <a:t>body 3</a:t>
              </a:r>
            </a:p>
          </p:txBody>
        </p:sp>
      </p:grpSp>
      <p:sp>
        <p:nvSpPr>
          <p:cNvPr id="297" name="Source rank 4"/>
          <p:cNvSpPr txBox="1"/>
          <p:nvPr/>
        </p:nvSpPr>
        <p:spPr>
          <a:xfrm>
            <a:off x="358140" y="2567940"/>
            <a:ext cx="312420" cy="2362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/>
              </a:rPr>
              <a:t>r4</a:t>
            </a:r>
          </a:p>
        </p:txBody>
      </p:sp>
      <p:grpSp>
        <p:nvGrpSpPr>
          <p:cNvPr id="300" name="Unordered rank 4 / 0 [editable group]"/>
          <p:cNvGrpSpPr/>
          <p:nvPr/>
        </p:nvGrpSpPr>
        <p:grpSpPr>
          <a:xfrm>
            <a:off x="723900" y="2575560"/>
            <a:ext cx="259080" cy="213360"/>
            <a:chOff x="723900" y="2575560"/>
            <a:chExt cx="259080" cy="213360"/>
          </a:xfrm>
        </p:grpSpPr>
        <p:sp>
          <p:nvSpPr>
            <p:cNvPr id="298" name="Unordered rank 4 / 0"/>
            <p:cNvSpPr/>
            <p:nvPr/>
          </p:nvSpPr>
          <p:spPr>
            <a:xfrm>
              <a:off x="723900" y="257556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Unordered rank 4 / 0 / label"/>
            <p:cNvSpPr txBox="1"/>
            <p:nvPr/>
          </p:nvSpPr>
          <p:spPr>
            <a:xfrm>
              <a:off x="76962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5</a:t>
              </a:r>
            </a:p>
          </p:txBody>
        </p:sp>
      </p:grpSp>
      <p:grpSp>
        <p:nvGrpSpPr>
          <p:cNvPr id="303" name="Unordered rank 4 / 1 [editable group]"/>
          <p:cNvGrpSpPr/>
          <p:nvPr/>
        </p:nvGrpSpPr>
        <p:grpSpPr>
          <a:xfrm>
            <a:off x="1013460" y="2575560"/>
            <a:ext cx="259080" cy="213360"/>
            <a:chOff x="1013460" y="2575560"/>
            <a:chExt cx="259080" cy="213360"/>
          </a:xfrm>
        </p:grpSpPr>
        <p:sp>
          <p:nvSpPr>
            <p:cNvPr id="301" name="Unordered rank 4 / 1"/>
            <p:cNvSpPr/>
            <p:nvPr/>
          </p:nvSpPr>
          <p:spPr>
            <a:xfrm>
              <a:off x="1013460" y="257556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Unordered rank 4 / 1 / label"/>
            <p:cNvSpPr txBox="1"/>
            <p:nvPr/>
          </p:nvSpPr>
          <p:spPr>
            <a:xfrm>
              <a:off x="105918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2</a:t>
              </a:r>
            </a:p>
          </p:txBody>
        </p:sp>
      </p:grpSp>
      <p:grpSp>
        <p:nvGrpSpPr>
          <p:cNvPr id="306" name="Unordered rank 4 / 2 [editable group]"/>
          <p:cNvGrpSpPr/>
          <p:nvPr/>
        </p:nvGrpSpPr>
        <p:grpSpPr>
          <a:xfrm>
            <a:off x="1303020" y="2575560"/>
            <a:ext cx="259080" cy="213360"/>
            <a:chOff x="1303020" y="2575560"/>
            <a:chExt cx="259080" cy="213360"/>
          </a:xfrm>
        </p:grpSpPr>
        <p:sp>
          <p:nvSpPr>
            <p:cNvPr id="304" name="Unordered rank 4 / 2"/>
            <p:cNvSpPr/>
            <p:nvPr/>
          </p:nvSpPr>
          <p:spPr>
            <a:xfrm>
              <a:off x="1303020" y="257556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Unordered rank 4 / 2 / label"/>
            <p:cNvSpPr txBox="1"/>
            <p:nvPr/>
          </p:nvSpPr>
          <p:spPr>
            <a:xfrm>
              <a:off x="134874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1</a:t>
              </a:r>
            </a:p>
          </p:txBody>
        </p:sp>
      </p:grpSp>
      <p:grpSp>
        <p:nvGrpSpPr>
          <p:cNvPr id="309" name="Unordered rank 4 / 3 [editable group]"/>
          <p:cNvGrpSpPr/>
          <p:nvPr/>
        </p:nvGrpSpPr>
        <p:grpSpPr>
          <a:xfrm>
            <a:off x="1592580" y="2575560"/>
            <a:ext cx="259080" cy="213360"/>
            <a:chOff x="1592580" y="2575560"/>
            <a:chExt cx="259080" cy="213360"/>
          </a:xfrm>
        </p:grpSpPr>
        <p:sp>
          <p:nvSpPr>
            <p:cNvPr id="307" name="Unordered rank 4 / 3"/>
            <p:cNvSpPr/>
            <p:nvPr/>
          </p:nvSpPr>
          <p:spPr>
            <a:xfrm>
              <a:off x="1592580" y="257556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Unordered rank 4 / 3 / label"/>
            <p:cNvSpPr txBox="1"/>
            <p:nvPr/>
          </p:nvSpPr>
          <p:spPr>
            <a:xfrm>
              <a:off x="163830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4</a:t>
              </a:r>
            </a:p>
          </p:txBody>
        </p:sp>
      </p:grpSp>
      <p:grpSp>
        <p:nvGrpSpPr>
          <p:cNvPr id="312" name="Unordered rank 4 / 4 [editable group]"/>
          <p:cNvGrpSpPr/>
          <p:nvPr/>
        </p:nvGrpSpPr>
        <p:grpSpPr>
          <a:xfrm>
            <a:off x="1882139" y="2575560"/>
            <a:ext cx="259080" cy="213360"/>
            <a:chOff x="1882139" y="2575560"/>
            <a:chExt cx="259080" cy="213360"/>
          </a:xfrm>
        </p:grpSpPr>
        <p:sp>
          <p:nvSpPr>
            <p:cNvPr id="310" name="Unordered rank 4 / 4"/>
            <p:cNvSpPr/>
            <p:nvPr/>
          </p:nvSpPr>
          <p:spPr>
            <a:xfrm>
              <a:off x="1882139" y="257556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Unordered rank 4 / 4 / label"/>
            <p:cNvSpPr txBox="1"/>
            <p:nvPr/>
          </p:nvSpPr>
          <p:spPr>
            <a:xfrm>
              <a:off x="192786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0</a:t>
              </a:r>
            </a:p>
          </p:txBody>
        </p:sp>
      </p:grpSp>
      <p:grpSp>
        <p:nvGrpSpPr>
          <p:cNvPr id="315" name="Unordered rank 4 / 5 [editable group]"/>
          <p:cNvGrpSpPr/>
          <p:nvPr/>
        </p:nvGrpSpPr>
        <p:grpSpPr>
          <a:xfrm>
            <a:off x="2171700" y="2575560"/>
            <a:ext cx="259080" cy="213360"/>
            <a:chOff x="2171700" y="2575560"/>
            <a:chExt cx="259080" cy="213360"/>
          </a:xfrm>
        </p:grpSpPr>
        <p:sp>
          <p:nvSpPr>
            <p:cNvPr id="313" name="Unordered rank 4 / 5"/>
            <p:cNvSpPr/>
            <p:nvPr/>
          </p:nvSpPr>
          <p:spPr>
            <a:xfrm>
              <a:off x="2171700" y="257556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Unordered rank 4 / 5 / label"/>
            <p:cNvSpPr txBox="1"/>
            <p:nvPr/>
          </p:nvSpPr>
          <p:spPr>
            <a:xfrm>
              <a:off x="221742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3</a:t>
              </a:r>
            </a:p>
          </p:txBody>
        </p:sp>
      </p:grpSp>
      <p:cxnSp>
        <p:nvCxnSpPr>
          <p:cNvPr id="316" name="Local ordering rank 4 / segment 0"/>
          <p:cNvCxnSpPr/>
          <p:nvPr/>
        </p:nvCxnSpPr>
        <p:spPr>
          <a:xfrm>
            <a:off x="2476500" y="2682240"/>
            <a:ext cx="34290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9" name="Owner-ordered rank 4 / 0 [editable group]"/>
          <p:cNvGrpSpPr/>
          <p:nvPr/>
        </p:nvGrpSpPr>
        <p:grpSpPr>
          <a:xfrm>
            <a:off x="2895600" y="2575560"/>
            <a:ext cx="259080" cy="213360"/>
            <a:chOff x="2895600" y="2575560"/>
            <a:chExt cx="259080" cy="213360"/>
          </a:xfrm>
        </p:grpSpPr>
        <p:sp>
          <p:nvSpPr>
            <p:cNvPr id="317" name="Owner-ordered rank 4 / 0"/>
            <p:cNvSpPr/>
            <p:nvPr/>
          </p:nvSpPr>
          <p:spPr>
            <a:xfrm>
              <a:off x="2895600" y="257556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Owner-ordered rank 4 / 0 / label"/>
            <p:cNvSpPr txBox="1"/>
            <p:nvPr/>
          </p:nvSpPr>
          <p:spPr>
            <a:xfrm>
              <a:off x="294132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0</a:t>
              </a:r>
            </a:p>
          </p:txBody>
        </p:sp>
      </p:grpSp>
      <p:grpSp>
        <p:nvGrpSpPr>
          <p:cNvPr id="322" name="Owner-ordered rank 4 / 1 [editable group]"/>
          <p:cNvGrpSpPr/>
          <p:nvPr/>
        </p:nvGrpSpPr>
        <p:grpSpPr>
          <a:xfrm>
            <a:off x="3185160" y="2575560"/>
            <a:ext cx="259080" cy="213360"/>
            <a:chOff x="3185160" y="2575560"/>
            <a:chExt cx="259080" cy="213360"/>
          </a:xfrm>
        </p:grpSpPr>
        <p:sp>
          <p:nvSpPr>
            <p:cNvPr id="320" name="Owner-ordered rank 4 / 1"/>
            <p:cNvSpPr/>
            <p:nvPr/>
          </p:nvSpPr>
          <p:spPr>
            <a:xfrm>
              <a:off x="3185160" y="257556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Owner-ordered rank 4 / 1 / label"/>
            <p:cNvSpPr txBox="1"/>
            <p:nvPr/>
          </p:nvSpPr>
          <p:spPr>
            <a:xfrm>
              <a:off x="323088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1</a:t>
              </a:r>
            </a:p>
          </p:txBody>
        </p:sp>
      </p:grpSp>
      <p:grpSp>
        <p:nvGrpSpPr>
          <p:cNvPr id="325" name="Owner-ordered rank 4 / 2 [editable group]"/>
          <p:cNvGrpSpPr/>
          <p:nvPr/>
        </p:nvGrpSpPr>
        <p:grpSpPr>
          <a:xfrm>
            <a:off x="3474720" y="2575560"/>
            <a:ext cx="259080" cy="213360"/>
            <a:chOff x="3474720" y="2575560"/>
            <a:chExt cx="259080" cy="213360"/>
          </a:xfrm>
        </p:grpSpPr>
        <p:sp>
          <p:nvSpPr>
            <p:cNvPr id="323" name="Owner-ordered rank 4 / 2"/>
            <p:cNvSpPr/>
            <p:nvPr/>
          </p:nvSpPr>
          <p:spPr>
            <a:xfrm>
              <a:off x="3474720" y="257556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Owner-ordered rank 4 / 2 / label"/>
            <p:cNvSpPr txBox="1"/>
            <p:nvPr/>
          </p:nvSpPr>
          <p:spPr>
            <a:xfrm>
              <a:off x="352044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2</a:t>
              </a:r>
            </a:p>
          </p:txBody>
        </p:sp>
      </p:grpSp>
      <p:grpSp>
        <p:nvGrpSpPr>
          <p:cNvPr id="328" name="Owner-ordered rank 4 / 3 [editable group]"/>
          <p:cNvGrpSpPr/>
          <p:nvPr/>
        </p:nvGrpSpPr>
        <p:grpSpPr>
          <a:xfrm>
            <a:off x="3764279" y="2575560"/>
            <a:ext cx="259080" cy="213360"/>
            <a:chOff x="3764279" y="2575560"/>
            <a:chExt cx="259080" cy="213360"/>
          </a:xfrm>
        </p:grpSpPr>
        <p:sp>
          <p:nvSpPr>
            <p:cNvPr id="326" name="Owner-ordered rank 4 / 3"/>
            <p:cNvSpPr/>
            <p:nvPr/>
          </p:nvSpPr>
          <p:spPr>
            <a:xfrm>
              <a:off x="3764279" y="257556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Owner-ordered rank 4 / 3 / label"/>
            <p:cNvSpPr txBox="1"/>
            <p:nvPr/>
          </p:nvSpPr>
          <p:spPr>
            <a:xfrm>
              <a:off x="381000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3</a:t>
              </a:r>
            </a:p>
          </p:txBody>
        </p:sp>
      </p:grpSp>
      <p:grpSp>
        <p:nvGrpSpPr>
          <p:cNvPr id="331" name="Owner-ordered rank 4 / 4 [editable group]"/>
          <p:cNvGrpSpPr/>
          <p:nvPr/>
        </p:nvGrpSpPr>
        <p:grpSpPr>
          <a:xfrm>
            <a:off x="4053840" y="2575560"/>
            <a:ext cx="259080" cy="213360"/>
            <a:chOff x="4053840" y="2575560"/>
            <a:chExt cx="259080" cy="213360"/>
          </a:xfrm>
        </p:grpSpPr>
        <p:sp>
          <p:nvSpPr>
            <p:cNvPr id="329" name="Owner-ordered rank 4 / 4"/>
            <p:cNvSpPr/>
            <p:nvPr/>
          </p:nvSpPr>
          <p:spPr>
            <a:xfrm>
              <a:off x="4053840" y="257556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Owner-ordered rank 4 / 4 / label"/>
            <p:cNvSpPr txBox="1"/>
            <p:nvPr/>
          </p:nvSpPr>
          <p:spPr>
            <a:xfrm>
              <a:off x="409956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4</a:t>
              </a:r>
            </a:p>
          </p:txBody>
        </p:sp>
      </p:grpSp>
      <p:grpSp>
        <p:nvGrpSpPr>
          <p:cNvPr id="334" name="Owner-ordered rank 4 / 5 [editable group]"/>
          <p:cNvGrpSpPr/>
          <p:nvPr/>
        </p:nvGrpSpPr>
        <p:grpSpPr>
          <a:xfrm>
            <a:off x="4343400" y="2575560"/>
            <a:ext cx="259080" cy="213360"/>
            <a:chOff x="4343400" y="2575560"/>
            <a:chExt cx="259080" cy="213360"/>
          </a:xfrm>
        </p:grpSpPr>
        <p:sp>
          <p:nvSpPr>
            <p:cNvPr id="332" name="Owner-ordered rank 4 / 5"/>
            <p:cNvSpPr/>
            <p:nvPr/>
          </p:nvSpPr>
          <p:spPr>
            <a:xfrm>
              <a:off x="4343400" y="257556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Owner-ordered rank 4 / 5 / label"/>
            <p:cNvSpPr txBox="1"/>
            <p:nvPr/>
          </p:nvSpPr>
          <p:spPr>
            <a:xfrm>
              <a:off x="4389120" y="259842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5</a:t>
              </a:r>
            </a:p>
          </p:txBody>
        </p:sp>
      </p:grpSp>
      <p:sp>
        <p:nvSpPr>
          <p:cNvPr id="335" name="Destination rank 4"/>
          <p:cNvSpPr txBox="1"/>
          <p:nvPr/>
        </p:nvSpPr>
        <p:spPr>
          <a:xfrm>
            <a:off x="6438900" y="2567940"/>
            <a:ext cx="312420" cy="2362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/>
              </a:rPr>
              <a:t>r4</a:t>
            </a:r>
          </a:p>
        </p:txBody>
      </p:sp>
      <p:sp>
        <p:nvSpPr>
          <p:cNvPr id="336" name="Rank 4 segment from source 0"/>
          <p:cNvSpPr/>
          <p:nvPr/>
        </p:nvSpPr>
        <p:spPr>
          <a:xfrm>
            <a:off x="6789420" y="2575560"/>
            <a:ext cx="2590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7" name="Rank 4 segment from source 0 / records 0 / segment 0"/>
          <p:cNvCxnSpPr/>
          <p:nvPr/>
        </p:nvCxnSpPr>
        <p:spPr>
          <a:xfrm>
            <a:off x="6835140" y="26441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Rank 4 segment from source 0 / records 1 / segment 0"/>
          <p:cNvCxnSpPr/>
          <p:nvPr/>
        </p:nvCxnSpPr>
        <p:spPr>
          <a:xfrm>
            <a:off x="6835140" y="271272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Rank 4 segment from source 1"/>
          <p:cNvSpPr/>
          <p:nvPr/>
        </p:nvSpPr>
        <p:spPr>
          <a:xfrm>
            <a:off x="7109460" y="2575560"/>
            <a:ext cx="2590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0" name="Rank 4 segment from source 1 / records 0 / segment 0"/>
          <p:cNvCxnSpPr/>
          <p:nvPr/>
        </p:nvCxnSpPr>
        <p:spPr>
          <a:xfrm>
            <a:off x="7155180" y="26441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Rank 4 segment from source 1 / records 1 / segment 0"/>
          <p:cNvCxnSpPr/>
          <p:nvPr/>
        </p:nvCxnSpPr>
        <p:spPr>
          <a:xfrm>
            <a:off x="7155180" y="271272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Rank 4 segment from source 2"/>
          <p:cNvSpPr/>
          <p:nvPr/>
        </p:nvSpPr>
        <p:spPr>
          <a:xfrm>
            <a:off x="7429500" y="2575560"/>
            <a:ext cx="2590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3" name="Rank 4 segment from source 2 / records 0 / segment 0"/>
          <p:cNvCxnSpPr/>
          <p:nvPr/>
        </p:nvCxnSpPr>
        <p:spPr>
          <a:xfrm>
            <a:off x="7475220" y="264414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Rank 4 segment from source 2 / records 1 / segment 0"/>
          <p:cNvCxnSpPr/>
          <p:nvPr/>
        </p:nvCxnSpPr>
        <p:spPr>
          <a:xfrm>
            <a:off x="7475220" y="271272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Rank 4 segment from source 3"/>
          <p:cNvSpPr/>
          <p:nvPr/>
        </p:nvSpPr>
        <p:spPr>
          <a:xfrm>
            <a:off x="7749540" y="2575560"/>
            <a:ext cx="2590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6" name="Rank 4 segment from source 3 / records 0 / segment 0"/>
          <p:cNvCxnSpPr/>
          <p:nvPr/>
        </p:nvCxnSpPr>
        <p:spPr>
          <a:xfrm>
            <a:off x="7795260" y="26441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Rank 4 segment from source 3 / records 1 / segment 0"/>
          <p:cNvCxnSpPr/>
          <p:nvPr/>
        </p:nvCxnSpPr>
        <p:spPr>
          <a:xfrm>
            <a:off x="7795260" y="271272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Rank 4 segment from source 4"/>
          <p:cNvSpPr/>
          <p:nvPr/>
        </p:nvSpPr>
        <p:spPr>
          <a:xfrm>
            <a:off x="8069579" y="2575560"/>
            <a:ext cx="259080" cy="213360"/>
          </a:xfrm>
          <a:prstGeom prst="rect">
            <a:avLst/>
          </a:prstGeom>
          <a:solidFill>
            <a:srgbClr val="DCD6F0"/>
          </a:solidFill>
          <a:ln w="1828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9" name="Rank 4 segment from source 4 / records 0 / segment 0"/>
          <p:cNvCxnSpPr/>
          <p:nvPr/>
        </p:nvCxnSpPr>
        <p:spPr>
          <a:xfrm>
            <a:off x="8115300" y="26441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Rank 4 segment from source 4 / records 1 / segment 0"/>
          <p:cNvCxnSpPr/>
          <p:nvPr/>
        </p:nvCxnSpPr>
        <p:spPr>
          <a:xfrm>
            <a:off x="8115300" y="271272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Rank 4 segment from source 5"/>
          <p:cNvSpPr/>
          <p:nvPr/>
        </p:nvSpPr>
        <p:spPr>
          <a:xfrm>
            <a:off x="8389620" y="2575560"/>
            <a:ext cx="2590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2" name="Rank 4 segment from source 5 / records 0 / segment 0"/>
          <p:cNvCxnSpPr/>
          <p:nvPr/>
        </p:nvCxnSpPr>
        <p:spPr>
          <a:xfrm>
            <a:off x="8435340" y="264414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Rank 4 segment from source 5 / records 1 / segment 0"/>
          <p:cNvCxnSpPr/>
          <p:nvPr/>
        </p:nvCxnSpPr>
        <p:spPr>
          <a:xfrm>
            <a:off x="8435340" y="271272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Merge rank 4 / segment 0"/>
          <p:cNvCxnSpPr/>
          <p:nvPr/>
        </p:nvCxnSpPr>
        <p:spPr>
          <a:xfrm>
            <a:off x="8709660" y="2682240"/>
            <a:ext cx="51816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Rank 4 merged record group 0"/>
          <p:cNvSpPr/>
          <p:nvPr/>
        </p:nvSpPr>
        <p:spPr>
          <a:xfrm>
            <a:off x="9334500" y="2575560"/>
            <a:ext cx="2209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ank 4 merged record group 1"/>
          <p:cNvSpPr/>
          <p:nvPr/>
        </p:nvSpPr>
        <p:spPr>
          <a:xfrm>
            <a:off x="9555480" y="2575560"/>
            <a:ext cx="2209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ank 4 merged record group 2"/>
          <p:cNvSpPr/>
          <p:nvPr/>
        </p:nvSpPr>
        <p:spPr>
          <a:xfrm>
            <a:off x="9776460" y="2575560"/>
            <a:ext cx="2209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ank 4 merged record group 3"/>
          <p:cNvSpPr/>
          <p:nvPr/>
        </p:nvSpPr>
        <p:spPr>
          <a:xfrm>
            <a:off x="9997440" y="2575560"/>
            <a:ext cx="2209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ank 4 merged record group 4"/>
          <p:cNvSpPr/>
          <p:nvPr/>
        </p:nvSpPr>
        <p:spPr>
          <a:xfrm>
            <a:off x="10218420" y="2575560"/>
            <a:ext cx="2209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ank 4 merged record group 5"/>
          <p:cNvSpPr/>
          <p:nvPr/>
        </p:nvSpPr>
        <p:spPr>
          <a:xfrm>
            <a:off x="10439400" y="2575560"/>
            <a:ext cx="220980" cy="213360"/>
          </a:xfrm>
          <a:prstGeom prst="rect">
            <a:avLst/>
          </a:prstGeom>
          <a:solidFill>
            <a:srgbClr val="DCD6F0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1" name="Compress rank 4 / segment 0"/>
          <p:cNvCxnSpPr/>
          <p:nvPr/>
        </p:nvCxnSpPr>
        <p:spPr>
          <a:xfrm>
            <a:off x="10721340" y="2682240"/>
            <a:ext cx="29718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4" name="Rank body 4 [editable group]"/>
          <p:cNvGrpSpPr/>
          <p:nvPr/>
        </p:nvGrpSpPr>
        <p:grpSpPr>
          <a:xfrm>
            <a:off x="11079480" y="2575560"/>
            <a:ext cx="647700" cy="213360"/>
            <a:chOff x="11079480" y="2575560"/>
            <a:chExt cx="647700" cy="213360"/>
          </a:xfrm>
        </p:grpSpPr>
        <p:sp>
          <p:nvSpPr>
            <p:cNvPr id="362" name="Rank body 4"/>
            <p:cNvSpPr/>
            <p:nvPr/>
          </p:nvSpPr>
          <p:spPr>
            <a:xfrm>
              <a:off x="11079480" y="2575560"/>
              <a:ext cx="647700" cy="213360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Rank body 4 / label"/>
            <p:cNvSpPr txBox="1"/>
            <p:nvPr/>
          </p:nvSpPr>
          <p:spPr>
            <a:xfrm>
              <a:off x="11125200" y="2598420"/>
              <a:ext cx="55626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1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0" i="0">
                  <a:solidFill>
                    <a:srgbClr val="172C36"/>
                  </a:solidFill>
                  <a:latin typeface="Arial"/>
                </a:rPr>
                <a:t>body 4</a:t>
              </a:r>
            </a:p>
          </p:txBody>
        </p:sp>
      </p:grpSp>
      <p:sp>
        <p:nvSpPr>
          <p:cNvPr id="365" name="Source rank 5"/>
          <p:cNvSpPr txBox="1"/>
          <p:nvPr/>
        </p:nvSpPr>
        <p:spPr>
          <a:xfrm>
            <a:off x="358140" y="2895600"/>
            <a:ext cx="312420" cy="2362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/>
              </a:rPr>
              <a:t>r5</a:t>
            </a:r>
          </a:p>
        </p:txBody>
      </p:sp>
      <p:grpSp>
        <p:nvGrpSpPr>
          <p:cNvPr id="368" name="Unordered rank 5 / 0 [editable group]"/>
          <p:cNvGrpSpPr/>
          <p:nvPr/>
        </p:nvGrpSpPr>
        <p:grpSpPr>
          <a:xfrm>
            <a:off x="723900" y="2903220"/>
            <a:ext cx="259080" cy="213360"/>
            <a:chOff x="723900" y="2903220"/>
            <a:chExt cx="259080" cy="213360"/>
          </a:xfrm>
        </p:grpSpPr>
        <p:sp>
          <p:nvSpPr>
            <p:cNvPr id="366" name="Unordered rank 5 / 0"/>
            <p:cNvSpPr/>
            <p:nvPr/>
          </p:nvSpPr>
          <p:spPr>
            <a:xfrm>
              <a:off x="723900" y="290322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Unordered rank 5 / 0 / label"/>
            <p:cNvSpPr txBox="1"/>
            <p:nvPr/>
          </p:nvSpPr>
          <p:spPr>
            <a:xfrm>
              <a:off x="76962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0</a:t>
              </a:r>
            </a:p>
          </p:txBody>
        </p:sp>
      </p:grpSp>
      <p:grpSp>
        <p:nvGrpSpPr>
          <p:cNvPr id="371" name="Unordered rank 5 / 1 [editable group]"/>
          <p:cNvGrpSpPr/>
          <p:nvPr/>
        </p:nvGrpSpPr>
        <p:grpSpPr>
          <a:xfrm>
            <a:off x="1013460" y="2903220"/>
            <a:ext cx="259080" cy="213360"/>
            <a:chOff x="1013460" y="2903220"/>
            <a:chExt cx="259080" cy="213360"/>
          </a:xfrm>
        </p:grpSpPr>
        <p:sp>
          <p:nvSpPr>
            <p:cNvPr id="369" name="Unordered rank 5 / 1"/>
            <p:cNvSpPr/>
            <p:nvPr/>
          </p:nvSpPr>
          <p:spPr>
            <a:xfrm>
              <a:off x="1013460" y="290322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0" name="Unordered rank 5 / 1 / label"/>
            <p:cNvSpPr txBox="1"/>
            <p:nvPr/>
          </p:nvSpPr>
          <p:spPr>
            <a:xfrm>
              <a:off x="105918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4</a:t>
              </a:r>
            </a:p>
          </p:txBody>
        </p:sp>
      </p:grpSp>
      <p:grpSp>
        <p:nvGrpSpPr>
          <p:cNvPr id="374" name="Unordered rank 5 / 2 [editable group]"/>
          <p:cNvGrpSpPr/>
          <p:nvPr/>
        </p:nvGrpSpPr>
        <p:grpSpPr>
          <a:xfrm>
            <a:off x="1303020" y="2903220"/>
            <a:ext cx="259080" cy="213360"/>
            <a:chOff x="1303020" y="2903220"/>
            <a:chExt cx="259080" cy="213360"/>
          </a:xfrm>
        </p:grpSpPr>
        <p:sp>
          <p:nvSpPr>
            <p:cNvPr id="372" name="Unordered rank 5 / 2"/>
            <p:cNvSpPr/>
            <p:nvPr/>
          </p:nvSpPr>
          <p:spPr>
            <a:xfrm>
              <a:off x="1303020" y="290322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" name="Unordered rank 5 / 2 / label"/>
            <p:cNvSpPr txBox="1"/>
            <p:nvPr/>
          </p:nvSpPr>
          <p:spPr>
            <a:xfrm>
              <a:off x="134874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2</a:t>
              </a:r>
            </a:p>
          </p:txBody>
        </p:sp>
      </p:grpSp>
      <p:grpSp>
        <p:nvGrpSpPr>
          <p:cNvPr id="377" name="Unordered rank 5 / 3 [editable group]"/>
          <p:cNvGrpSpPr/>
          <p:nvPr/>
        </p:nvGrpSpPr>
        <p:grpSpPr>
          <a:xfrm>
            <a:off x="1592580" y="2903220"/>
            <a:ext cx="259080" cy="213360"/>
            <a:chOff x="1592580" y="2903220"/>
            <a:chExt cx="259080" cy="213360"/>
          </a:xfrm>
        </p:grpSpPr>
        <p:sp>
          <p:nvSpPr>
            <p:cNvPr id="375" name="Unordered rank 5 / 3"/>
            <p:cNvSpPr/>
            <p:nvPr/>
          </p:nvSpPr>
          <p:spPr>
            <a:xfrm>
              <a:off x="1592580" y="290322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" name="Unordered rank 5 / 3 / label"/>
            <p:cNvSpPr txBox="1"/>
            <p:nvPr/>
          </p:nvSpPr>
          <p:spPr>
            <a:xfrm>
              <a:off x="163830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3</a:t>
              </a:r>
            </a:p>
          </p:txBody>
        </p:sp>
      </p:grpSp>
      <p:grpSp>
        <p:nvGrpSpPr>
          <p:cNvPr id="380" name="Unordered rank 5 / 4 [editable group]"/>
          <p:cNvGrpSpPr/>
          <p:nvPr/>
        </p:nvGrpSpPr>
        <p:grpSpPr>
          <a:xfrm>
            <a:off x="1882139" y="2903220"/>
            <a:ext cx="259080" cy="213360"/>
            <a:chOff x="1882139" y="2903220"/>
            <a:chExt cx="259080" cy="213360"/>
          </a:xfrm>
        </p:grpSpPr>
        <p:sp>
          <p:nvSpPr>
            <p:cNvPr id="378" name="Unordered rank 5 / 4"/>
            <p:cNvSpPr/>
            <p:nvPr/>
          </p:nvSpPr>
          <p:spPr>
            <a:xfrm>
              <a:off x="1882139" y="290322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" name="Unordered rank 5 / 4 / label"/>
            <p:cNvSpPr txBox="1"/>
            <p:nvPr/>
          </p:nvSpPr>
          <p:spPr>
            <a:xfrm>
              <a:off x="192786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1</a:t>
              </a:r>
            </a:p>
          </p:txBody>
        </p:sp>
      </p:grpSp>
      <p:grpSp>
        <p:nvGrpSpPr>
          <p:cNvPr id="383" name="Unordered rank 5 / 5 [editable group]"/>
          <p:cNvGrpSpPr/>
          <p:nvPr/>
        </p:nvGrpSpPr>
        <p:grpSpPr>
          <a:xfrm>
            <a:off x="2171700" y="2903220"/>
            <a:ext cx="259080" cy="213360"/>
            <a:chOff x="2171700" y="2903220"/>
            <a:chExt cx="259080" cy="213360"/>
          </a:xfrm>
        </p:grpSpPr>
        <p:sp>
          <p:nvSpPr>
            <p:cNvPr id="381" name="Unordered rank 5 / 5"/>
            <p:cNvSpPr/>
            <p:nvPr/>
          </p:nvSpPr>
          <p:spPr>
            <a:xfrm>
              <a:off x="2171700" y="290322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" name="Unordered rank 5 / 5 / label"/>
            <p:cNvSpPr txBox="1"/>
            <p:nvPr/>
          </p:nvSpPr>
          <p:spPr>
            <a:xfrm>
              <a:off x="221742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5</a:t>
              </a:r>
            </a:p>
          </p:txBody>
        </p:sp>
      </p:grpSp>
      <p:cxnSp>
        <p:nvCxnSpPr>
          <p:cNvPr id="384" name="Local ordering rank 5 / segment 0"/>
          <p:cNvCxnSpPr/>
          <p:nvPr/>
        </p:nvCxnSpPr>
        <p:spPr>
          <a:xfrm>
            <a:off x="2476500" y="3009900"/>
            <a:ext cx="34290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7" name="Owner-ordered rank 5 / 0 [editable group]"/>
          <p:cNvGrpSpPr/>
          <p:nvPr/>
        </p:nvGrpSpPr>
        <p:grpSpPr>
          <a:xfrm>
            <a:off x="2895600" y="2903220"/>
            <a:ext cx="259080" cy="213360"/>
            <a:chOff x="2895600" y="2903220"/>
            <a:chExt cx="259080" cy="213360"/>
          </a:xfrm>
        </p:grpSpPr>
        <p:sp>
          <p:nvSpPr>
            <p:cNvPr id="385" name="Owner-ordered rank 5 / 0"/>
            <p:cNvSpPr/>
            <p:nvPr/>
          </p:nvSpPr>
          <p:spPr>
            <a:xfrm>
              <a:off x="2895600" y="2903220"/>
              <a:ext cx="259080" cy="21336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6" name="Owner-ordered rank 5 / 0 / label"/>
            <p:cNvSpPr txBox="1"/>
            <p:nvPr/>
          </p:nvSpPr>
          <p:spPr>
            <a:xfrm>
              <a:off x="294132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0</a:t>
              </a:r>
            </a:p>
          </p:txBody>
        </p:sp>
      </p:grpSp>
      <p:grpSp>
        <p:nvGrpSpPr>
          <p:cNvPr id="390" name="Owner-ordered rank 5 / 1 [editable group]"/>
          <p:cNvGrpSpPr/>
          <p:nvPr/>
        </p:nvGrpSpPr>
        <p:grpSpPr>
          <a:xfrm>
            <a:off x="3185160" y="2903220"/>
            <a:ext cx="259080" cy="213360"/>
            <a:chOff x="3185160" y="2903220"/>
            <a:chExt cx="259080" cy="213360"/>
          </a:xfrm>
        </p:grpSpPr>
        <p:sp>
          <p:nvSpPr>
            <p:cNvPr id="388" name="Owner-ordered rank 5 / 1"/>
            <p:cNvSpPr/>
            <p:nvPr/>
          </p:nvSpPr>
          <p:spPr>
            <a:xfrm>
              <a:off x="3185160" y="2903220"/>
              <a:ext cx="259080" cy="21336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9" name="Owner-ordered rank 5 / 1 / label"/>
            <p:cNvSpPr txBox="1"/>
            <p:nvPr/>
          </p:nvSpPr>
          <p:spPr>
            <a:xfrm>
              <a:off x="323088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1</a:t>
              </a:r>
            </a:p>
          </p:txBody>
        </p:sp>
      </p:grpSp>
      <p:grpSp>
        <p:nvGrpSpPr>
          <p:cNvPr id="393" name="Owner-ordered rank 5 / 2 [editable group]"/>
          <p:cNvGrpSpPr/>
          <p:nvPr/>
        </p:nvGrpSpPr>
        <p:grpSpPr>
          <a:xfrm>
            <a:off x="3474720" y="2903220"/>
            <a:ext cx="259080" cy="213360"/>
            <a:chOff x="3474720" y="2903220"/>
            <a:chExt cx="259080" cy="213360"/>
          </a:xfrm>
        </p:grpSpPr>
        <p:sp>
          <p:nvSpPr>
            <p:cNvPr id="391" name="Owner-ordered rank 5 / 2"/>
            <p:cNvSpPr/>
            <p:nvPr/>
          </p:nvSpPr>
          <p:spPr>
            <a:xfrm>
              <a:off x="3474720" y="2903220"/>
              <a:ext cx="259080" cy="21336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2" name="Owner-ordered rank 5 / 2 / label"/>
            <p:cNvSpPr txBox="1"/>
            <p:nvPr/>
          </p:nvSpPr>
          <p:spPr>
            <a:xfrm>
              <a:off x="352044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2</a:t>
              </a:r>
            </a:p>
          </p:txBody>
        </p:sp>
      </p:grpSp>
      <p:grpSp>
        <p:nvGrpSpPr>
          <p:cNvPr id="396" name="Owner-ordered rank 5 / 3 [editable group]"/>
          <p:cNvGrpSpPr/>
          <p:nvPr/>
        </p:nvGrpSpPr>
        <p:grpSpPr>
          <a:xfrm>
            <a:off x="3764279" y="2903220"/>
            <a:ext cx="259080" cy="213360"/>
            <a:chOff x="3764279" y="2903220"/>
            <a:chExt cx="259080" cy="213360"/>
          </a:xfrm>
        </p:grpSpPr>
        <p:sp>
          <p:nvSpPr>
            <p:cNvPr id="394" name="Owner-ordered rank 5 / 3"/>
            <p:cNvSpPr/>
            <p:nvPr/>
          </p:nvSpPr>
          <p:spPr>
            <a:xfrm>
              <a:off x="3764279" y="2903220"/>
              <a:ext cx="259080" cy="21336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Owner-ordered rank 5 / 3 / label"/>
            <p:cNvSpPr txBox="1"/>
            <p:nvPr/>
          </p:nvSpPr>
          <p:spPr>
            <a:xfrm>
              <a:off x="381000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3</a:t>
              </a:r>
            </a:p>
          </p:txBody>
        </p:sp>
      </p:grpSp>
      <p:grpSp>
        <p:nvGrpSpPr>
          <p:cNvPr id="399" name="Owner-ordered rank 5 / 4 [editable group]"/>
          <p:cNvGrpSpPr/>
          <p:nvPr/>
        </p:nvGrpSpPr>
        <p:grpSpPr>
          <a:xfrm>
            <a:off x="4053840" y="2903220"/>
            <a:ext cx="259080" cy="213360"/>
            <a:chOff x="4053840" y="2903220"/>
            <a:chExt cx="259080" cy="213360"/>
          </a:xfrm>
        </p:grpSpPr>
        <p:sp>
          <p:nvSpPr>
            <p:cNvPr id="397" name="Owner-ordered rank 5 / 4"/>
            <p:cNvSpPr/>
            <p:nvPr/>
          </p:nvSpPr>
          <p:spPr>
            <a:xfrm>
              <a:off x="4053840" y="2903220"/>
              <a:ext cx="259080" cy="21336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8" name="Owner-ordered rank 5 / 4 / label"/>
            <p:cNvSpPr txBox="1"/>
            <p:nvPr/>
          </p:nvSpPr>
          <p:spPr>
            <a:xfrm>
              <a:off x="409956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4</a:t>
              </a:r>
            </a:p>
          </p:txBody>
        </p:sp>
      </p:grpSp>
      <p:grpSp>
        <p:nvGrpSpPr>
          <p:cNvPr id="402" name="Owner-ordered rank 5 / 5 [editable group]"/>
          <p:cNvGrpSpPr/>
          <p:nvPr/>
        </p:nvGrpSpPr>
        <p:grpSpPr>
          <a:xfrm>
            <a:off x="4343400" y="2903220"/>
            <a:ext cx="259080" cy="213360"/>
            <a:chOff x="4343400" y="2903220"/>
            <a:chExt cx="259080" cy="213360"/>
          </a:xfrm>
        </p:grpSpPr>
        <p:sp>
          <p:nvSpPr>
            <p:cNvPr id="400" name="Owner-ordered rank 5 / 5"/>
            <p:cNvSpPr/>
            <p:nvPr/>
          </p:nvSpPr>
          <p:spPr>
            <a:xfrm>
              <a:off x="4343400" y="2903220"/>
              <a:ext cx="259080" cy="21336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1" name="Owner-ordered rank 5 / 5 / label"/>
            <p:cNvSpPr txBox="1"/>
            <p:nvPr/>
          </p:nvSpPr>
          <p:spPr>
            <a:xfrm>
              <a:off x="4389120" y="2926080"/>
              <a:ext cx="16764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>
                  <a:solidFill>
                    <a:srgbClr val="172C36"/>
                  </a:solidFill>
                  <a:latin typeface="Arial"/>
                </a:rPr>
                <a:t>5</a:t>
              </a:r>
            </a:p>
          </p:txBody>
        </p:sp>
      </p:grpSp>
      <p:sp>
        <p:nvSpPr>
          <p:cNvPr id="403" name="Destination rank 5"/>
          <p:cNvSpPr txBox="1"/>
          <p:nvPr/>
        </p:nvSpPr>
        <p:spPr>
          <a:xfrm>
            <a:off x="6438900" y="2895600"/>
            <a:ext cx="312420" cy="2362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C36"/>
                </a:solidFill>
                <a:latin typeface="Arial"/>
              </a:rPr>
              <a:t>r5</a:t>
            </a:r>
          </a:p>
        </p:txBody>
      </p:sp>
      <p:sp>
        <p:nvSpPr>
          <p:cNvPr id="404" name="Rank 5 segment from source 0"/>
          <p:cNvSpPr/>
          <p:nvPr/>
        </p:nvSpPr>
        <p:spPr>
          <a:xfrm>
            <a:off x="6789420" y="2903220"/>
            <a:ext cx="2590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5" name="Rank 5 segment from source 0 / records 0 / segment 0"/>
          <p:cNvCxnSpPr/>
          <p:nvPr/>
        </p:nvCxnSpPr>
        <p:spPr>
          <a:xfrm>
            <a:off x="6835140" y="29718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Rank 5 segment from source 0 / records 1 / segment 0"/>
          <p:cNvCxnSpPr/>
          <p:nvPr/>
        </p:nvCxnSpPr>
        <p:spPr>
          <a:xfrm>
            <a:off x="6835140" y="30403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Rank 5 segment from source 1"/>
          <p:cNvSpPr/>
          <p:nvPr/>
        </p:nvSpPr>
        <p:spPr>
          <a:xfrm>
            <a:off x="7109460" y="2903220"/>
            <a:ext cx="2590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8" name="Rank 5 segment from source 1 / records 0 / segment 0"/>
          <p:cNvCxnSpPr/>
          <p:nvPr/>
        </p:nvCxnSpPr>
        <p:spPr>
          <a:xfrm>
            <a:off x="7155180" y="29718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Rank 5 segment from source 1 / records 1 / segment 0"/>
          <p:cNvCxnSpPr/>
          <p:nvPr/>
        </p:nvCxnSpPr>
        <p:spPr>
          <a:xfrm>
            <a:off x="7155180" y="30403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0" name="Rank 5 segment from source 2"/>
          <p:cNvSpPr/>
          <p:nvPr/>
        </p:nvSpPr>
        <p:spPr>
          <a:xfrm>
            <a:off x="7429500" y="2903220"/>
            <a:ext cx="2590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1" name="Rank 5 segment from source 2 / records 0 / segment 0"/>
          <p:cNvCxnSpPr/>
          <p:nvPr/>
        </p:nvCxnSpPr>
        <p:spPr>
          <a:xfrm>
            <a:off x="7475220" y="297180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Rank 5 segment from source 2 / records 1 / segment 0"/>
          <p:cNvCxnSpPr/>
          <p:nvPr/>
        </p:nvCxnSpPr>
        <p:spPr>
          <a:xfrm>
            <a:off x="7475220" y="3040380"/>
            <a:ext cx="167639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Rank 5 segment from source 3"/>
          <p:cNvSpPr/>
          <p:nvPr/>
        </p:nvSpPr>
        <p:spPr>
          <a:xfrm>
            <a:off x="7749540" y="2903220"/>
            <a:ext cx="2590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4" name="Rank 5 segment from source 3 / records 0 / segment 0"/>
          <p:cNvCxnSpPr/>
          <p:nvPr/>
        </p:nvCxnSpPr>
        <p:spPr>
          <a:xfrm>
            <a:off x="7795260" y="29718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Rank 5 segment from source 3 / records 1 / segment 0"/>
          <p:cNvCxnSpPr/>
          <p:nvPr/>
        </p:nvCxnSpPr>
        <p:spPr>
          <a:xfrm>
            <a:off x="7795260" y="30403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Rank 5 segment from source 4"/>
          <p:cNvSpPr/>
          <p:nvPr/>
        </p:nvSpPr>
        <p:spPr>
          <a:xfrm>
            <a:off x="8069579" y="2903220"/>
            <a:ext cx="2590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7" name="Rank 5 segment from source 4 / records 0 / segment 0"/>
          <p:cNvCxnSpPr/>
          <p:nvPr/>
        </p:nvCxnSpPr>
        <p:spPr>
          <a:xfrm>
            <a:off x="8115300" y="29718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Rank 5 segment from source 4 / records 1 / segment 0"/>
          <p:cNvCxnSpPr/>
          <p:nvPr/>
        </p:nvCxnSpPr>
        <p:spPr>
          <a:xfrm>
            <a:off x="8115300" y="30403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Rank 5 segment from source 5"/>
          <p:cNvSpPr/>
          <p:nvPr/>
        </p:nvSpPr>
        <p:spPr>
          <a:xfrm>
            <a:off x="8389620" y="2903220"/>
            <a:ext cx="259080" cy="213360"/>
          </a:xfrm>
          <a:prstGeom prst="rect">
            <a:avLst/>
          </a:prstGeom>
          <a:solidFill>
            <a:srgbClr val="F4CFD5"/>
          </a:solidFill>
          <a:ln w="18288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0" name="Rank 5 segment from source 5 / records 0 / segment 0"/>
          <p:cNvCxnSpPr/>
          <p:nvPr/>
        </p:nvCxnSpPr>
        <p:spPr>
          <a:xfrm>
            <a:off x="8435340" y="297180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Rank 5 segment from source 5 / records 1 / segment 0"/>
          <p:cNvCxnSpPr/>
          <p:nvPr/>
        </p:nvCxnSpPr>
        <p:spPr>
          <a:xfrm>
            <a:off x="8435340" y="3040380"/>
            <a:ext cx="167640" cy="0"/>
          </a:xfrm>
          <a:prstGeom prst="line">
            <a:avLst/>
          </a:prstGeom>
          <a:ln w="8382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Merge rank 5 / segment 0"/>
          <p:cNvCxnSpPr/>
          <p:nvPr/>
        </p:nvCxnSpPr>
        <p:spPr>
          <a:xfrm>
            <a:off x="8709660" y="3009900"/>
            <a:ext cx="51816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Rank 5 merged record group 0"/>
          <p:cNvSpPr/>
          <p:nvPr/>
        </p:nvSpPr>
        <p:spPr>
          <a:xfrm>
            <a:off x="9334500" y="2903220"/>
            <a:ext cx="2209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ank 5 merged record group 1"/>
          <p:cNvSpPr/>
          <p:nvPr/>
        </p:nvSpPr>
        <p:spPr>
          <a:xfrm>
            <a:off x="9555480" y="2903220"/>
            <a:ext cx="2209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ank 5 merged record group 2"/>
          <p:cNvSpPr/>
          <p:nvPr/>
        </p:nvSpPr>
        <p:spPr>
          <a:xfrm>
            <a:off x="9776460" y="2903220"/>
            <a:ext cx="2209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ank 5 merged record group 3"/>
          <p:cNvSpPr/>
          <p:nvPr/>
        </p:nvSpPr>
        <p:spPr>
          <a:xfrm>
            <a:off x="9997440" y="2903220"/>
            <a:ext cx="2209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ank 5 merged record group 4"/>
          <p:cNvSpPr/>
          <p:nvPr/>
        </p:nvSpPr>
        <p:spPr>
          <a:xfrm>
            <a:off x="10218420" y="2903220"/>
            <a:ext cx="2209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ank 5 merged record group 5"/>
          <p:cNvSpPr/>
          <p:nvPr/>
        </p:nvSpPr>
        <p:spPr>
          <a:xfrm>
            <a:off x="10439400" y="2903220"/>
            <a:ext cx="220980" cy="213360"/>
          </a:xfrm>
          <a:prstGeom prst="rect">
            <a:avLst/>
          </a:prstGeom>
          <a:solidFill>
            <a:srgbClr val="F4CFD5"/>
          </a:solidFill>
          <a:ln w="9144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9" name="Compress rank 5 / segment 0"/>
          <p:cNvCxnSpPr/>
          <p:nvPr/>
        </p:nvCxnSpPr>
        <p:spPr>
          <a:xfrm>
            <a:off x="10721340" y="3009900"/>
            <a:ext cx="29718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2" name="Rank body 5 [editable group]"/>
          <p:cNvGrpSpPr/>
          <p:nvPr/>
        </p:nvGrpSpPr>
        <p:grpSpPr>
          <a:xfrm>
            <a:off x="11079480" y="2903220"/>
            <a:ext cx="647700" cy="213360"/>
            <a:chOff x="11079480" y="2903220"/>
            <a:chExt cx="647700" cy="213360"/>
          </a:xfrm>
        </p:grpSpPr>
        <p:sp>
          <p:nvSpPr>
            <p:cNvPr id="430" name="Rank body 5"/>
            <p:cNvSpPr/>
            <p:nvPr/>
          </p:nvSpPr>
          <p:spPr>
            <a:xfrm>
              <a:off x="11079480" y="2903220"/>
              <a:ext cx="647700" cy="213360"/>
            </a:xfrm>
            <a:prstGeom prst="rect">
              <a:avLst/>
            </a:prstGeom>
            <a:solidFill>
              <a:srgbClr val="FFFFF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1" name="Rank body 5 / label"/>
            <p:cNvSpPr txBox="1"/>
            <p:nvPr/>
          </p:nvSpPr>
          <p:spPr>
            <a:xfrm>
              <a:off x="11125200" y="2926080"/>
              <a:ext cx="556260" cy="1676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1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0" i="0">
                  <a:solidFill>
                    <a:srgbClr val="172C36"/>
                  </a:solidFill>
                  <a:latin typeface="Arial"/>
                </a:rPr>
                <a:t>body 5</a:t>
              </a:r>
            </a:p>
          </p:txBody>
        </p:sp>
      </p:grpSp>
      <p:cxnSp>
        <p:nvCxnSpPr>
          <p:cNvPr id="433" name="All sender ranks bracket / segment 0"/>
          <p:cNvCxnSpPr/>
          <p:nvPr/>
        </p:nvCxnSpPr>
        <p:spPr>
          <a:xfrm>
            <a:off x="4777740" y="1219200"/>
            <a:ext cx="83820" cy="0"/>
          </a:xfrm>
          <a:prstGeom prst="line">
            <a:avLst/>
          </a:prstGeom>
          <a:ln w="15240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All sender ranks bracket / segment 1"/>
          <p:cNvCxnSpPr/>
          <p:nvPr/>
        </p:nvCxnSpPr>
        <p:spPr>
          <a:xfrm>
            <a:off x="4861560" y="1219200"/>
            <a:ext cx="0" cy="1935480"/>
          </a:xfrm>
          <a:prstGeom prst="line">
            <a:avLst/>
          </a:prstGeom>
          <a:ln w="15240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All sender ranks bracket / segment 2"/>
          <p:cNvCxnSpPr/>
          <p:nvPr/>
        </p:nvCxnSpPr>
        <p:spPr>
          <a:xfrm flipH="1">
            <a:off x="4777740" y="3154680"/>
            <a:ext cx="83820" cy="0"/>
          </a:xfrm>
          <a:prstGeom prst="line">
            <a:avLst/>
          </a:prstGeom>
          <a:ln w="15240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All receiver ranks bracket / segment 0"/>
          <p:cNvCxnSpPr/>
          <p:nvPr/>
        </p:nvCxnSpPr>
        <p:spPr>
          <a:xfrm flipH="1">
            <a:off x="6294120" y="1219200"/>
            <a:ext cx="83820" cy="0"/>
          </a:xfrm>
          <a:prstGeom prst="line">
            <a:avLst/>
          </a:prstGeom>
          <a:ln w="15240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All receiver ranks bracket / segment 1"/>
          <p:cNvCxnSpPr/>
          <p:nvPr/>
        </p:nvCxnSpPr>
        <p:spPr>
          <a:xfrm>
            <a:off x="6294120" y="1219200"/>
            <a:ext cx="0" cy="1935480"/>
          </a:xfrm>
          <a:prstGeom prst="line">
            <a:avLst/>
          </a:prstGeom>
          <a:ln w="15240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All receiver ranks bracket / segment 2"/>
          <p:cNvCxnSpPr/>
          <p:nvPr/>
        </p:nvCxnSpPr>
        <p:spPr>
          <a:xfrm>
            <a:off x="6294120" y="3154680"/>
            <a:ext cx="83820" cy="0"/>
          </a:xfrm>
          <a:prstGeom prst="line">
            <a:avLst/>
          </a:prstGeom>
          <a:ln w="15240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9" name="Chunked exchange caption"/>
          <p:cNvSpPr txBox="1"/>
          <p:nvPr/>
        </p:nvSpPr>
        <p:spPr>
          <a:xfrm>
            <a:off x="4945380" y="1440180"/>
            <a:ext cx="1264920" cy="594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11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C36"/>
                </a:solidFill>
                <a:latin typeface="Arial"/>
              </a:rPr>
              <a:t>Chunked</a:t>
            </a:r>
          </a:p>
          <a:p>
            <a:pPr algn="ctr">
              <a:lnSpc>
                <a:spcPts val="1411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C36"/>
                </a:solidFill>
                <a:latin typeface="Arial"/>
              </a:rPr>
              <a:t>peer-to-peer</a:t>
            </a:r>
          </a:p>
          <a:p>
            <a:pPr algn="ctr">
              <a:lnSpc>
                <a:spcPts val="1411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C36"/>
                </a:solidFill>
                <a:latin typeface="Arial"/>
              </a:rPr>
              <a:t>exchange</a:t>
            </a:r>
          </a:p>
        </p:txBody>
      </p:sp>
      <p:cxnSp>
        <p:nvCxnSpPr>
          <p:cNvPr id="440" name="Distributed transpose / segment 0"/>
          <p:cNvCxnSpPr/>
          <p:nvPr/>
        </p:nvCxnSpPr>
        <p:spPr>
          <a:xfrm>
            <a:off x="4861560" y="2156460"/>
            <a:ext cx="1432560" cy="0"/>
          </a:xfrm>
          <a:prstGeom prst="line">
            <a:avLst/>
          </a:prstGeom>
          <a:ln w="32004">
            <a:solidFill>
              <a:srgbClr val="197B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Self-owned local path / segment 0"/>
          <p:cNvCxnSpPr/>
          <p:nvPr/>
        </p:nvCxnSpPr>
        <p:spPr>
          <a:xfrm>
            <a:off x="5166360" y="2385060"/>
            <a:ext cx="0" cy="137160"/>
          </a:xfrm>
          <a:prstGeom prst="line">
            <a:avLst/>
          </a:prstGeom>
          <a:ln w="13716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Self-owned local path / segment 1"/>
          <p:cNvCxnSpPr/>
          <p:nvPr/>
        </p:nvCxnSpPr>
        <p:spPr>
          <a:xfrm>
            <a:off x="5166360" y="2522220"/>
            <a:ext cx="876300" cy="0"/>
          </a:xfrm>
          <a:prstGeom prst="line">
            <a:avLst/>
          </a:prstGeom>
          <a:ln w="13716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Self-owned local path / segment 2"/>
          <p:cNvCxnSpPr/>
          <p:nvPr/>
        </p:nvCxnSpPr>
        <p:spPr>
          <a:xfrm flipV="1">
            <a:off x="6042660" y="2385060"/>
            <a:ext cx="0" cy="137160"/>
          </a:xfrm>
          <a:prstGeom prst="line">
            <a:avLst/>
          </a:prstGeom>
          <a:ln w="13716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4" name="Self-owned local caption"/>
          <p:cNvSpPr txBox="1"/>
          <p:nvPr/>
        </p:nvSpPr>
        <p:spPr>
          <a:xfrm>
            <a:off x="4953000" y="2628900"/>
            <a:ext cx="1295400" cy="3733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C36"/>
                </a:solidFill>
                <a:latin typeface="Arial"/>
              </a:rPr>
              <a:t>Self-owned:</a:t>
            </a:r>
          </a:p>
          <a:p>
            <a:pPr algn="ctr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C36"/>
                </a:solidFill>
                <a:latin typeface="Arial"/>
              </a:rPr>
              <a:t>keep local</a:t>
            </a:r>
          </a:p>
        </p:txBody>
      </p:sp>
      <p:sp>
        <p:nvSpPr>
          <p:cNvPr id="445" name="Destination color legend"/>
          <p:cNvSpPr txBox="1"/>
          <p:nvPr/>
        </p:nvSpPr>
        <p:spPr>
          <a:xfrm>
            <a:off x="373380" y="3375660"/>
            <a:ext cx="432816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C36"/>
                </a:solidFill>
                <a:latin typeface="Arial"/>
              </a:rPr>
              <a:t>Cell color / number: destination rank</a:t>
            </a:r>
          </a:p>
        </p:txBody>
      </p:sp>
      <p:sp>
        <p:nvSpPr>
          <p:cNvPr id="446" name="Source and local segment legend"/>
          <p:cNvSpPr txBox="1"/>
          <p:nvPr/>
        </p:nvSpPr>
        <p:spPr>
          <a:xfrm>
            <a:off x="5090160" y="3291840"/>
            <a:ext cx="3688080" cy="3581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C36"/>
                </a:solidFill>
                <a:latin typeface="Arial"/>
              </a:rPr>
              <a:t>s0 ... s5: source ranks</a:t>
            </a:r>
          </a:p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C36"/>
                </a:solidFill>
                <a:latin typeface="Arial"/>
              </a:rPr>
              <a:t>Bold segment outline: self-owned data</a:t>
            </a:r>
          </a:p>
        </p:txBody>
      </p:sp>
      <p:sp>
        <p:nvSpPr>
          <p:cNvPr id="447" name="Output body clarification"/>
          <p:cNvSpPr txBox="1"/>
          <p:nvPr/>
        </p:nvSpPr>
        <p:spPr>
          <a:xfrm>
            <a:off x="9235440" y="3375660"/>
            <a:ext cx="258318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One compressed body per rank</a:t>
            </a:r>
          </a:p>
        </p:txBody>
      </p:sp>
      <p:sp>
        <p:nvSpPr>
          <p:cNvPr id="448" name="Partition policy inset"/>
          <p:cNvSpPr/>
          <p:nvPr/>
        </p:nvSpPr>
        <p:spPr>
          <a:xfrm>
            <a:off x="213360" y="3901440"/>
            <a:ext cx="4693920" cy="2842260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 w="12192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Partition policy inset / heading"/>
          <p:cNvSpPr txBox="1"/>
          <p:nvPr/>
        </p:nvSpPr>
        <p:spPr>
          <a:xfrm>
            <a:off x="327660" y="3977639"/>
            <a:ext cx="446532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2C36"/>
                </a:solidFill>
                <a:latin typeface="Arial"/>
              </a:rPr>
              <a:t>(b) Different partitioning policies</a:t>
            </a:r>
          </a:p>
        </p:txBody>
      </p:sp>
      <p:sp>
        <p:nvSpPr>
          <p:cNvPr id="450" name="Sort policy title"/>
          <p:cNvSpPr txBox="1"/>
          <p:nvPr/>
        </p:nvSpPr>
        <p:spPr>
          <a:xfrm>
            <a:off x="373380" y="4335780"/>
            <a:ext cx="762000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45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97BA3"/>
                </a:solidFill>
                <a:latin typeface="Arial"/>
              </a:rPr>
              <a:t>Sort</a:t>
            </a:r>
          </a:p>
        </p:txBody>
      </p:sp>
      <p:sp>
        <p:nvSpPr>
          <p:cNvPr id="451" name="Sort policy summary"/>
          <p:cNvSpPr txBox="1"/>
          <p:nvPr/>
        </p:nvSpPr>
        <p:spPr>
          <a:xfrm>
            <a:off x="1424940" y="4335780"/>
            <a:ext cx="3307080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2C36"/>
                </a:solidFill>
                <a:latin typeface="Arial"/>
              </a:rPr>
              <a:t>Samples → 5 splitters → 6 ranges</a:t>
            </a:r>
          </a:p>
        </p:txBody>
      </p:sp>
      <p:grpSp>
        <p:nvGrpSpPr>
          <p:cNvPr id="454" name="Coordinate owner range 0 [editable group]"/>
          <p:cNvGrpSpPr/>
          <p:nvPr/>
        </p:nvGrpSpPr>
        <p:grpSpPr>
          <a:xfrm>
            <a:off x="434340" y="4831080"/>
            <a:ext cx="701040" cy="266700"/>
            <a:chOff x="434340" y="4831080"/>
            <a:chExt cx="701040" cy="266700"/>
          </a:xfrm>
        </p:grpSpPr>
        <p:sp>
          <p:nvSpPr>
            <p:cNvPr id="452" name="Coordinate owner range 0"/>
            <p:cNvSpPr/>
            <p:nvPr/>
          </p:nvSpPr>
          <p:spPr>
            <a:xfrm>
              <a:off x="434340" y="4831080"/>
              <a:ext cx="701040" cy="26670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Coordinate owner range 0 / label"/>
            <p:cNvSpPr txBox="1"/>
            <p:nvPr/>
          </p:nvSpPr>
          <p:spPr>
            <a:xfrm>
              <a:off x="480060" y="4853940"/>
              <a:ext cx="609600" cy="2209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172C36"/>
                  </a:solidFill>
                  <a:latin typeface="Arial"/>
                </a:rPr>
                <a:t>r0</a:t>
              </a:r>
            </a:p>
          </p:txBody>
        </p:sp>
      </p:grpSp>
      <p:grpSp>
        <p:nvGrpSpPr>
          <p:cNvPr id="457" name="Coordinate owner range 1 [editable group]"/>
          <p:cNvGrpSpPr/>
          <p:nvPr/>
        </p:nvGrpSpPr>
        <p:grpSpPr>
          <a:xfrm>
            <a:off x="1135380" y="4831080"/>
            <a:ext cx="701040" cy="266700"/>
            <a:chOff x="1135380" y="4831080"/>
            <a:chExt cx="701040" cy="266700"/>
          </a:xfrm>
        </p:grpSpPr>
        <p:sp>
          <p:nvSpPr>
            <p:cNvPr id="455" name="Coordinate owner range 1"/>
            <p:cNvSpPr/>
            <p:nvPr/>
          </p:nvSpPr>
          <p:spPr>
            <a:xfrm>
              <a:off x="1135380" y="4831080"/>
              <a:ext cx="701040" cy="26670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Coordinate owner range 1 / label"/>
            <p:cNvSpPr txBox="1"/>
            <p:nvPr/>
          </p:nvSpPr>
          <p:spPr>
            <a:xfrm>
              <a:off x="1181100" y="4853940"/>
              <a:ext cx="609600" cy="2209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172C36"/>
                  </a:solidFill>
                  <a:latin typeface="Arial"/>
                </a:rPr>
                <a:t>r1</a:t>
              </a:r>
            </a:p>
          </p:txBody>
        </p:sp>
      </p:grpSp>
      <p:cxnSp>
        <p:nvCxnSpPr>
          <p:cNvPr id="458" name="Splitter tick 1 / segment 0"/>
          <p:cNvCxnSpPr/>
          <p:nvPr/>
        </p:nvCxnSpPr>
        <p:spPr>
          <a:xfrm>
            <a:off x="1135380" y="4770120"/>
            <a:ext cx="0" cy="365760"/>
          </a:xfrm>
          <a:prstGeom prst="line">
            <a:avLst/>
          </a:prstGeom>
          <a:ln w="11429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9" name="Splitter label 1"/>
          <p:cNvSpPr txBox="1"/>
          <p:nvPr/>
        </p:nvSpPr>
        <p:spPr>
          <a:xfrm>
            <a:off x="967740" y="4572000"/>
            <a:ext cx="33528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s1</a:t>
            </a:r>
          </a:p>
        </p:txBody>
      </p:sp>
      <p:grpSp>
        <p:nvGrpSpPr>
          <p:cNvPr id="462" name="Coordinate owner range 2 [editable group]"/>
          <p:cNvGrpSpPr/>
          <p:nvPr/>
        </p:nvGrpSpPr>
        <p:grpSpPr>
          <a:xfrm>
            <a:off x="1836420" y="4831080"/>
            <a:ext cx="701040" cy="266700"/>
            <a:chOff x="1836420" y="4831080"/>
            <a:chExt cx="701040" cy="266700"/>
          </a:xfrm>
        </p:grpSpPr>
        <p:sp>
          <p:nvSpPr>
            <p:cNvPr id="460" name="Coordinate owner range 2"/>
            <p:cNvSpPr/>
            <p:nvPr/>
          </p:nvSpPr>
          <p:spPr>
            <a:xfrm>
              <a:off x="1836420" y="4831080"/>
              <a:ext cx="701040" cy="26670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1" name="Coordinate owner range 2 / label"/>
            <p:cNvSpPr txBox="1"/>
            <p:nvPr/>
          </p:nvSpPr>
          <p:spPr>
            <a:xfrm>
              <a:off x="1882139" y="4853940"/>
              <a:ext cx="609600" cy="2209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172C36"/>
                  </a:solidFill>
                  <a:latin typeface="Arial"/>
                </a:rPr>
                <a:t>r2</a:t>
              </a:r>
            </a:p>
          </p:txBody>
        </p:sp>
      </p:grpSp>
      <p:cxnSp>
        <p:nvCxnSpPr>
          <p:cNvPr id="463" name="Splitter tick 2 / segment 0"/>
          <p:cNvCxnSpPr/>
          <p:nvPr/>
        </p:nvCxnSpPr>
        <p:spPr>
          <a:xfrm>
            <a:off x="1836420" y="4770120"/>
            <a:ext cx="0" cy="365760"/>
          </a:xfrm>
          <a:prstGeom prst="line">
            <a:avLst/>
          </a:prstGeom>
          <a:ln w="11429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4" name="Splitter label 2"/>
          <p:cNvSpPr txBox="1"/>
          <p:nvPr/>
        </p:nvSpPr>
        <p:spPr>
          <a:xfrm>
            <a:off x="1668780" y="4572000"/>
            <a:ext cx="33528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s2</a:t>
            </a:r>
          </a:p>
        </p:txBody>
      </p:sp>
      <p:grpSp>
        <p:nvGrpSpPr>
          <p:cNvPr id="467" name="Coordinate owner range 3 [editable group]"/>
          <p:cNvGrpSpPr/>
          <p:nvPr/>
        </p:nvGrpSpPr>
        <p:grpSpPr>
          <a:xfrm>
            <a:off x="2537460" y="4831080"/>
            <a:ext cx="701040" cy="266700"/>
            <a:chOff x="2537460" y="4831080"/>
            <a:chExt cx="701040" cy="266700"/>
          </a:xfrm>
        </p:grpSpPr>
        <p:sp>
          <p:nvSpPr>
            <p:cNvPr id="465" name="Coordinate owner range 3"/>
            <p:cNvSpPr/>
            <p:nvPr/>
          </p:nvSpPr>
          <p:spPr>
            <a:xfrm>
              <a:off x="2537460" y="4831080"/>
              <a:ext cx="701040" cy="26670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6" name="Coordinate owner range 3 / label"/>
            <p:cNvSpPr txBox="1"/>
            <p:nvPr/>
          </p:nvSpPr>
          <p:spPr>
            <a:xfrm>
              <a:off x="2583180" y="4853940"/>
              <a:ext cx="609600" cy="2209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172C36"/>
                  </a:solidFill>
                  <a:latin typeface="Arial"/>
                </a:rPr>
                <a:t>r3</a:t>
              </a:r>
            </a:p>
          </p:txBody>
        </p:sp>
      </p:grpSp>
      <p:cxnSp>
        <p:nvCxnSpPr>
          <p:cNvPr id="468" name="Splitter tick 3 / segment 0"/>
          <p:cNvCxnSpPr/>
          <p:nvPr/>
        </p:nvCxnSpPr>
        <p:spPr>
          <a:xfrm>
            <a:off x="2537460" y="4770120"/>
            <a:ext cx="0" cy="365760"/>
          </a:xfrm>
          <a:prstGeom prst="line">
            <a:avLst/>
          </a:prstGeom>
          <a:ln w="11429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Splitter label 3"/>
          <p:cNvSpPr txBox="1"/>
          <p:nvPr/>
        </p:nvSpPr>
        <p:spPr>
          <a:xfrm>
            <a:off x="2369820" y="4572000"/>
            <a:ext cx="33528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s3</a:t>
            </a:r>
          </a:p>
        </p:txBody>
      </p:sp>
      <p:grpSp>
        <p:nvGrpSpPr>
          <p:cNvPr id="472" name="Coordinate owner range 4 [editable group]"/>
          <p:cNvGrpSpPr/>
          <p:nvPr/>
        </p:nvGrpSpPr>
        <p:grpSpPr>
          <a:xfrm>
            <a:off x="3238500" y="4831080"/>
            <a:ext cx="701040" cy="266700"/>
            <a:chOff x="3238500" y="4831080"/>
            <a:chExt cx="701040" cy="266700"/>
          </a:xfrm>
        </p:grpSpPr>
        <p:sp>
          <p:nvSpPr>
            <p:cNvPr id="470" name="Coordinate owner range 4"/>
            <p:cNvSpPr/>
            <p:nvPr/>
          </p:nvSpPr>
          <p:spPr>
            <a:xfrm>
              <a:off x="3238500" y="4831080"/>
              <a:ext cx="701040" cy="26670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Coordinate owner range 4 / label"/>
            <p:cNvSpPr txBox="1"/>
            <p:nvPr/>
          </p:nvSpPr>
          <p:spPr>
            <a:xfrm>
              <a:off x="3284220" y="4853940"/>
              <a:ext cx="609600" cy="2209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172C36"/>
                  </a:solidFill>
                  <a:latin typeface="Arial"/>
                </a:rPr>
                <a:t>r4</a:t>
              </a:r>
            </a:p>
          </p:txBody>
        </p:sp>
      </p:grpSp>
      <p:cxnSp>
        <p:nvCxnSpPr>
          <p:cNvPr id="473" name="Splitter tick 4 / segment 0"/>
          <p:cNvCxnSpPr/>
          <p:nvPr/>
        </p:nvCxnSpPr>
        <p:spPr>
          <a:xfrm>
            <a:off x="3238500" y="4770120"/>
            <a:ext cx="0" cy="365760"/>
          </a:xfrm>
          <a:prstGeom prst="line">
            <a:avLst/>
          </a:prstGeom>
          <a:ln w="11429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Splitter label 4"/>
          <p:cNvSpPr txBox="1"/>
          <p:nvPr/>
        </p:nvSpPr>
        <p:spPr>
          <a:xfrm>
            <a:off x="3070860" y="4572000"/>
            <a:ext cx="33528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s4</a:t>
            </a:r>
          </a:p>
        </p:txBody>
      </p:sp>
      <p:grpSp>
        <p:nvGrpSpPr>
          <p:cNvPr id="477" name="Coordinate owner range 5 [editable group]"/>
          <p:cNvGrpSpPr/>
          <p:nvPr/>
        </p:nvGrpSpPr>
        <p:grpSpPr>
          <a:xfrm>
            <a:off x="3939540" y="4831080"/>
            <a:ext cx="701040" cy="266700"/>
            <a:chOff x="3939540" y="4831080"/>
            <a:chExt cx="701040" cy="266700"/>
          </a:xfrm>
        </p:grpSpPr>
        <p:sp>
          <p:nvSpPr>
            <p:cNvPr id="475" name="Coordinate owner range 5"/>
            <p:cNvSpPr/>
            <p:nvPr/>
          </p:nvSpPr>
          <p:spPr>
            <a:xfrm>
              <a:off x="3939540" y="4831080"/>
              <a:ext cx="701040" cy="26670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6" name="Coordinate owner range 5 / label"/>
            <p:cNvSpPr txBox="1"/>
            <p:nvPr/>
          </p:nvSpPr>
          <p:spPr>
            <a:xfrm>
              <a:off x="3985260" y="4853940"/>
              <a:ext cx="609600" cy="2209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172C36"/>
                  </a:solidFill>
                  <a:latin typeface="Arial"/>
                </a:rPr>
                <a:t>r5</a:t>
              </a:r>
            </a:p>
          </p:txBody>
        </p:sp>
      </p:grpSp>
      <p:cxnSp>
        <p:nvCxnSpPr>
          <p:cNvPr id="478" name="Splitter tick 5 / segment 0"/>
          <p:cNvCxnSpPr/>
          <p:nvPr/>
        </p:nvCxnSpPr>
        <p:spPr>
          <a:xfrm>
            <a:off x="3939540" y="4770120"/>
            <a:ext cx="0" cy="365760"/>
          </a:xfrm>
          <a:prstGeom prst="line">
            <a:avLst/>
          </a:prstGeom>
          <a:ln w="11429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Splitter label 5"/>
          <p:cNvSpPr txBox="1"/>
          <p:nvPr/>
        </p:nvSpPr>
        <p:spPr>
          <a:xfrm>
            <a:off x="3771900" y="4572000"/>
            <a:ext cx="33528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s5</a:t>
            </a:r>
          </a:p>
        </p:txBody>
      </p:sp>
      <p:sp>
        <p:nvSpPr>
          <p:cNvPr id="480" name="Sort coordinate order"/>
          <p:cNvSpPr txBox="1"/>
          <p:nvPr/>
        </p:nvSpPr>
        <p:spPr>
          <a:xfrm>
            <a:off x="396240" y="5166360"/>
            <a:ext cx="427482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7BA3"/>
                </a:solidFill>
                <a:latin typeface="Arial"/>
              </a:rPr>
              <a:t>Global coordinate order</a:t>
            </a:r>
          </a:p>
        </p:txBody>
      </p:sp>
      <p:cxnSp>
        <p:nvCxnSpPr>
          <p:cNvPr id="481" name="Increasing coordinate axis / segment 0"/>
          <p:cNvCxnSpPr/>
          <p:nvPr/>
        </p:nvCxnSpPr>
        <p:spPr>
          <a:xfrm>
            <a:off x="640080" y="5425440"/>
            <a:ext cx="3787140" cy="0"/>
          </a:xfrm>
          <a:prstGeom prst="line">
            <a:avLst/>
          </a:prstGeom>
          <a:ln w="12192">
            <a:solidFill>
              <a:srgbClr val="197B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Collate policy title"/>
          <p:cNvSpPr txBox="1"/>
          <p:nvPr/>
        </p:nvSpPr>
        <p:spPr>
          <a:xfrm>
            <a:off x="373380" y="5570220"/>
            <a:ext cx="914400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45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57834A"/>
                </a:solidFill>
                <a:latin typeface="Arial"/>
              </a:rPr>
              <a:t>Collate</a:t>
            </a:r>
          </a:p>
        </p:txBody>
      </p:sp>
      <p:sp>
        <p:nvSpPr>
          <p:cNvPr id="483" name="Collate mapping formula"/>
          <p:cNvSpPr txBox="1"/>
          <p:nvPr/>
        </p:nvSpPr>
        <p:spPr>
          <a:xfrm>
            <a:off x="1447800" y="5570220"/>
            <a:ext cx="3276600" cy="2133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2C36"/>
                </a:solidFill>
                <a:latin typeface="Arial"/>
              </a:rPr>
              <a:t>QNAME → hash / bin → owner</a:t>
            </a:r>
          </a:p>
        </p:txBody>
      </p:sp>
      <p:sp>
        <p:nvSpPr>
          <p:cNvPr id="484" name="Bin range 0"/>
          <p:cNvSpPr txBox="1"/>
          <p:nvPr/>
        </p:nvSpPr>
        <p:spPr>
          <a:xfrm>
            <a:off x="434340" y="5836920"/>
            <a:ext cx="70104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0–10</a:t>
            </a:r>
          </a:p>
        </p:txBody>
      </p:sp>
      <p:grpSp>
        <p:nvGrpSpPr>
          <p:cNvPr id="487" name="Collate owner range 0 [editable group]"/>
          <p:cNvGrpSpPr/>
          <p:nvPr/>
        </p:nvGrpSpPr>
        <p:grpSpPr>
          <a:xfrm>
            <a:off x="434340" y="6050280"/>
            <a:ext cx="701040" cy="243840"/>
            <a:chOff x="434340" y="6050280"/>
            <a:chExt cx="701040" cy="243840"/>
          </a:xfrm>
        </p:grpSpPr>
        <p:sp>
          <p:nvSpPr>
            <p:cNvPr id="485" name="Collate owner range 0"/>
            <p:cNvSpPr/>
            <p:nvPr/>
          </p:nvSpPr>
          <p:spPr>
            <a:xfrm>
              <a:off x="434340" y="6050280"/>
              <a:ext cx="701040" cy="243840"/>
            </a:xfrm>
            <a:prstGeom prst="rect">
              <a:avLst/>
            </a:prstGeom>
            <a:solidFill>
              <a:srgbClr val="CBEAF7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6" name="Collate owner range 0 / label"/>
            <p:cNvSpPr txBox="1"/>
            <p:nvPr/>
          </p:nvSpPr>
          <p:spPr>
            <a:xfrm>
              <a:off x="480060" y="6073140"/>
              <a:ext cx="609600" cy="1981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172C36"/>
                  </a:solidFill>
                  <a:latin typeface="Arial"/>
                </a:rPr>
                <a:t>r0</a:t>
              </a:r>
            </a:p>
          </p:txBody>
        </p:sp>
      </p:grpSp>
      <p:sp>
        <p:nvSpPr>
          <p:cNvPr id="488" name="Bin range 1"/>
          <p:cNvSpPr txBox="1"/>
          <p:nvPr/>
        </p:nvSpPr>
        <p:spPr>
          <a:xfrm>
            <a:off x="1135380" y="5836920"/>
            <a:ext cx="70104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11–21</a:t>
            </a:r>
          </a:p>
        </p:txBody>
      </p:sp>
      <p:grpSp>
        <p:nvGrpSpPr>
          <p:cNvPr id="491" name="Collate owner range 1 [editable group]"/>
          <p:cNvGrpSpPr/>
          <p:nvPr/>
        </p:nvGrpSpPr>
        <p:grpSpPr>
          <a:xfrm>
            <a:off x="1135380" y="6050280"/>
            <a:ext cx="701040" cy="243840"/>
            <a:chOff x="1135380" y="6050280"/>
            <a:chExt cx="701040" cy="243840"/>
          </a:xfrm>
        </p:grpSpPr>
        <p:sp>
          <p:nvSpPr>
            <p:cNvPr id="489" name="Collate owner range 1"/>
            <p:cNvSpPr/>
            <p:nvPr/>
          </p:nvSpPr>
          <p:spPr>
            <a:xfrm>
              <a:off x="1135380" y="6050280"/>
              <a:ext cx="701040" cy="243840"/>
            </a:xfrm>
            <a:prstGeom prst="rect">
              <a:avLst/>
            </a:prstGeom>
            <a:solidFill>
              <a:srgbClr val="DAEBCB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0" name="Collate owner range 1 / label"/>
            <p:cNvSpPr txBox="1"/>
            <p:nvPr/>
          </p:nvSpPr>
          <p:spPr>
            <a:xfrm>
              <a:off x="1181100" y="6073140"/>
              <a:ext cx="609600" cy="1981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172C36"/>
                  </a:solidFill>
                  <a:latin typeface="Arial"/>
                </a:rPr>
                <a:t>r1</a:t>
              </a:r>
            </a:p>
          </p:txBody>
        </p:sp>
      </p:grpSp>
      <p:sp>
        <p:nvSpPr>
          <p:cNvPr id="492" name="Bin range 2"/>
          <p:cNvSpPr txBox="1"/>
          <p:nvPr/>
        </p:nvSpPr>
        <p:spPr>
          <a:xfrm>
            <a:off x="1836420" y="5836920"/>
            <a:ext cx="70104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22–32</a:t>
            </a:r>
          </a:p>
        </p:txBody>
      </p:sp>
      <p:grpSp>
        <p:nvGrpSpPr>
          <p:cNvPr id="495" name="Collate owner range 2 [editable group]"/>
          <p:cNvGrpSpPr/>
          <p:nvPr/>
        </p:nvGrpSpPr>
        <p:grpSpPr>
          <a:xfrm>
            <a:off x="1836420" y="6050280"/>
            <a:ext cx="701040" cy="243840"/>
            <a:chOff x="1836420" y="6050280"/>
            <a:chExt cx="701040" cy="243840"/>
          </a:xfrm>
        </p:grpSpPr>
        <p:sp>
          <p:nvSpPr>
            <p:cNvPr id="493" name="Collate owner range 2"/>
            <p:cNvSpPr/>
            <p:nvPr/>
          </p:nvSpPr>
          <p:spPr>
            <a:xfrm>
              <a:off x="1836420" y="6050280"/>
              <a:ext cx="701040" cy="243840"/>
            </a:xfrm>
            <a:prstGeom prst="rect">
              <a:avLst/>
            </a:prstGeom>
            <a:solidFill>
              <a:srgbClr val="FFF5C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4" name="Collate owner range 2 / label"/>
            <p:cNvSpPr txBox="1"/>
            <p:nvPr/>
          </p:nvSpPr>
          <p:spPr>
            <a:xfrm>
              <a:off x="1882139" y="6073140"/>
              <a:ext cx="609600" cy="1981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172C36"/>
                  </a:solidFill>
                  <a:latin typeface="Arial"/>
                </a:rPr>
                <a:t>r2</a:t>
              </a:r>
            </a:p>
          </p:txBody>
        </p:sp>
      </p:grpSp>
      <p:sp>
        <p:nvSpPr>
          <p:cNvPr id="496" name="Bin range 3"/>
          <p:cNvSpPr txBox="1"/>
          <p:nvPr/>
        </p:nvSpPr>
        <p:spPr>
          <a:xfrm>
            <a:off x="2537460" y="5836920"/>
            <a:ext cx="70104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33–43</a:t>
            </a:r>
          </a:p>
        </p:txBody>
      </p:sp>
      <p:grpSp>
        <p:nvGrpSpPr>
          <p:cNvPr id="499" name="Collate owner range 3 [editable group]"/>
          <p:cNvGrpSpPr/>
          <p:nvPr/>
        </p:nvGrpSpPr>
        <p:grpSpPr>
          <a:xfrm>
            <a:off x="2537460" y="6050280"/>
            <a:ext cx="701040" cy="243840"/>
            <a:chOff x="2537460" y="6050280"/>
            <a:chExt cx="701040" cy="243840"/>
          </a:xfrm>
        </p:grpSpPr>
        <p:sp>
          <p:nvSpPr>
            <p:cNvPr id="497" name="Collate owner range 3"/>
            <p:cNvSpPr/>
            <p:nvPr/>
          </p:nvSpPr>
          <p:spPr>
            <a:xfrm>
              <a:off x="2537460" y="6050280"/>
              <a:ext cx="701040" cy="243840"/>
            </a:xfrm>
            <a:prstGeom prst="rect">
              <a:avLst/>
            </a:prstGeom>
            <a:solidFill>
              <a:srgbClr val="FAD9BF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8" name="Collate owner range 3 / label"/>
            <p:cNvSpPr txBox="1"/>
            <p:nvPr/>
          </p:nvSpPr>
          <p:spPr>
            <a:xfrm>
              <a:off x="2583180" y="6073140"/>
              <a:ext cx="609600" cy="1981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172C36"/>
                  </a:solidFill>
                  <a:latin typeface="Arial"/>
                </a:rPr>
                <a:t>r3</a:t>
              </a:r>
            </a:p>
          </p:txBody>
        </p:sp>
      </p:grpSp>
      <p:sp>
        <p:nvSpPr>
          <p:cNvPr id="500" name="Bin range 4"/>
          <p:cNvSpPr txBox="1"/>
          <p:nvPr/>
        </p:nvSpPr>
        <p:spPr>
          <a:xfrm>
            <a:off x="3238500" y="5836920"/>
            <a:ext cx="70104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44–54</a:t>
            </a:r>
          </a:p>
        </p:txBody>
      </p:sp>
      <p:grpSp>
        <p:nvGrpSpPr>
          <p:cNvPr id="503" name="Collate owner range 4 [editable group]"/>
          <p:cNvGrpSpPr/>
          <p:nvPr/>
        </p:nvGrpSpPr>
        <p:grpSpPr>
          <a:xfrm>
            <a:off x="3238500" y="6050280"/>
            <a:ext cx="701040" cy="243840"/>
            <a:chOff x="3238500" y="6050280"/>
            <a:chExt cx="701040" cy="243840"/>
          </a:xfrm>
        </p:grpSpPr>
        <p:sp>
          <p:nvSpPr>
            <p:cNvPr id="501" name="Collate owner range 4"/>
            <p:cNvSpPr/>
            <p:nvPr/>
          </p:nvSpPr>
          <p:spPr>
            <a:xfrm>
              <a:off x="3238500" y="6050280"/>
              <a:ext cx="701040" cy="243840"/>
            </a:xfrm>
            <a:prstGeom prst="rect">
              <a:avLst/>
            </a:prstGeom>
            <a:solidFill>
              <a:srgbClr val="DCD6F0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2" name="Collate owner range 4 / label"/>
            <p:cNvSpPr txBox="1"/>
            <p:nvPr/>
          </p:nvSpPr>
          <p:spPr>
            <a:xfrm>
              <a:off x="3284220" y="6073140"/>
              <a:ext cx="609600" cy="1981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172C36"/>
                  </a:solidFill>
                  <a:latin typeface="Arial"/>
                </a:rPr>
                <a:t>r4</a:t>
              </a:r>
            </a:p>
          </p:txBody>
        </p:sp>
      </p:grpSp>
      <p:sp>
        <p:nvSpPr>
          <p:cNvPr id="504" name="Bin range 5"/>
          <p:cNvSpPr txBox="1"/>
          <p:nvPr/>
        </p:nvSpPr>
        <p:spPr>
          <a:xfrm>
            <a:off x="3939540" y="5836920"/>
            <a:ext cx="70104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C36"/>
                </a:solidFill>
                <a:latin typeface="Arial"/>
              </a:rPr>
              <a:t>55–65</a:t>
            </a:r>
          </a:p>
        </p:txBody>
      </p:sp>
      <p:grpSp>
        <p:nvGrpSpPr>
          <p:cNvPr id="507" name="Collate owner range 5 [editable group]"/>
          <p:cNvGrpSpPr/>
          <p:nvPr/>
        </p:nvGrpSpPr>
        <p:grpSpPr>
          <a:xfrm>
            <a:off x="3939540" y="6050280"/>
            <a:ext cx="701040" cy="243840"/>
            <a:chOff x="3939540" y="6050280"/>
            <a:chExt cx="701040" cy="243840"/>
          </a:xfrm>
        </p:grpSpPr>
        <p:sp>
          <p:nvSpPr>
            <p:cNvPr id="505" name="Collate owner range 5"/>
            <p:cNvSpPr/>
            <p:nvPr/>
          </p:nvSpPr>
          <p:spPr>
            <a:xfrm>
              <a:off x="3939540" y="6050280"/>
              <a:ext cx="701040" cy="243840"/>
            </a:xfrm>
            <a:prstGeom prst="rect">
              <a:avLst/>
            </a:prstGeom>
            <a:solidFill>
              <a:srgbClr val="F4CFD5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6" name="Collate owner range 5 / label"/>
            <p:cNvSpPr txBox="1"/>
            <p:nvPr/>
          </p:nvSpPr>
          <p:spPr>
            <a:xfrm>
              <a:off x="3985260" y="6073140"/>
              <a:ext cx="609600" cy="1981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172C36"/>
                  </a:solidFill>
                  <a:latin typeface="Arial"/>
                </a:rPr>
                <a:t>r5</a:t>
              </a:r>
            </a:p>
          </p:txBody>
        </p:sp>
      </p:grpSp>
      <p:sp>
        <p:nvSpPr>
          <p:cNvPr id="508" name="Collate group semantics"/>
          <p:cNvSpPr txBox="1"/>
          <p:nvPr/>
        </p:nvSpPr>
        <p:spPr>
          <a:xfrm>
            <a:off x="381000" y="6362700"/>
            <a:ext cx="436626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7834A"/>
                </a:solidFill>
                <a:latin typeface="Arial"/>
              </a:rPr>
              <a:t>Example: 66 bins; same-QNAME groups are contiguous</a:t>
            </a:r>
          </a:p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7834A"/>
                </a:solidFill>
                <a:latin typeface="Arial"/>
              </a:rPr>
              <a:t>No global QNAME ordering</a:t>
            </a:r>
          </a:p>
        </p:txBody>
      </p:sp>
      <p:sp>
        <p:nvSpPr>
          <p:cNvPr id="509" name="Memory strategy inset"/>
          <p:cNvSpPr/>
          <p:nvPr/>
        </p:nvSpPr>
        <p:spPr>
          <a:xfrm>
            <a:off x="5059680" y="3901440"/>
            <a:ext cx="6918960" cy="2842260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 w="12192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Memory strategy inset / heading"/>
          <p:cNvSpPr txBox="1"/>
          <p:nvPr/>
        </p:nvSpPr>
        <p:spPr>
          <a:xfrm>
            <a:off x="5173980" y="3977639"/>
            <a:ext cx="669036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2C36"/>
                </a:solidFill>
                <a:latin typeface="Arial"/>
              </a:rPr>
              <a:t>(c) Per-rank memory and external-memory modes</a:t>
            </a:r>
          </a:p>
        </p:txBody>
      </p:sp>
      <p:sp>
        <p:nvSpPr>
          <p:cNvPr id="511" name="Memory mode title"/>
          <p:cNvSpPr txBox="1"/>
          <p:nvPr/>
        </p:nvSpPr>
        <p:spPr>
          <a:xfrm>
            <a:off x="5212080" y="4343400"/>
            <a:ext cx="853440" cy="3733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11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97BA3"/>
                </a:solidFill>
                <a:latin typeface="Arial"/>
              </a:rPr>
              <a:t>Memory</a:t>
            </a:r>
          </a:p>
          <a:p>
            <a:pPr algn="ctr">
              <a:lnSpc>
                <a:spcPts val="1411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97BA3"/>
                </a:solidFill>
                <a:latin typeface="Arial"/>
              </a:rPr>
              <a:t>mode</a:t>
            </a:r>
          </a:p>
        </p:txBody>
      </p:sp>
      <p:grpSp>
        <p:nvGrpSpPr>
          <p:cNvPr id="514" name="Memory Ordered data&#10;in RAM [editable group]"/>
          <p:cNvGrpSpPr/>
          <p:nvPr/>
        </p:nvGrpSpPr>
        <p:grpSpPr>
          <a:xfrm>
            <a:off x="6187440" y="4305300"/>
            <a:ext cx="1424940" cy="502920"/>
            <a:chOff x="6187440" y="4305300"/>
            <a:chExt cx="1424940" cy="502920"/>
          </a:xfrm>
        </p:grpSpPr>
        <p:sp>
          <p:nvSpPr>
            <p:cNvPr id="512" name="Memory Ordered data&#10;in RAM"/>
            <p:cNvSpPr/>
            <p:nvPr/>
          </p:nvSpPr>
          <p:spPr>
            <a:xfrm>
              <a:off x="6187440" y="4305300"/>
              <a:ext cx="1424940" cy="502920"/>
            </a:xfrm>
            <a:prstGeom prst="rect">
              <a:avLst/>
            </a:prstGeom>
            <a:solidFill>
              <a:srgbClr val="D5EDF8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3" name="Memory Ordered data&#10;in RAM / label"/>
            <p:cNvSpPr txBox="1"/>
            <p:nvPr/>
          </p:nvSpPr>
          <p:spPr>
            <a:xfrm>
              <a:off x="6233160" y="4328160"/>
              <a:ext cx="1333500" cy="457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 b="0" i="0">
                  <a:solidFill>
                    <a:srgbClr val="172C36"/>
                  </a:solidFill>
                  <a:latin typeface="Arial"/>
                </a:rPr>
                <a:t>Ordered data</a:t>
              </a:r>
            </a:p>
            <a:p>
              <a:pPr algn="ctr">
                <a:lnSpc>
                  <a:spcPts val="1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 b="0" i="0">
                  <a:solidFill>
                    <a:srgbClr val="172C36"/>
                  </a:solidFill>
                  <a:latin typeface="Arial"/>
                </a:rPr>
                <a:t>in RAM</a:t>
              </a:r>
            </a:p>
          </p:txBody>
        </p:sp>
      </p:grpSp>
      <p:grpSp>
        <p:nvGrpSpPr>
          <p:cNvPr id="517" name="Memory Received segments&#10;in RAM [editable group]"/>
          <p:cNvGrpSpPr/>
          <p:nvPr/>
        </p:nvGrpSpPr>
        <p:grpSpPr>
          <a:xfrm>
            <a:off x="7962900" y="4305300"/>
            <a:ext cx="1424940" cy="502920"/>
            <a:chOff x="7962900" y="4305300"/>
            <a:chExt cx="1424940" cy="502920"/>
          </a:xfrm>
        </p:grpSpPr>
        <p:sp>
          <p:nvSpPr>
            <p:cNvPr id="515" name="Memory Received segments&#10;in RAM"/>
            <p:cNvSpPr/>
            <p:nvPr/>
          </p:nvSpPr>
          <p:spPr>
            <a:xfrm>
              <a:off x="7962900" y="4305300"/>
              <a:ext cx="1424940" cy="502920"/>
            </a:xfrm>
            <a:prstGeom prst="rect">
              <a:avLst/>
            </a:prstGeom>
            <a:solidFill>
              <a:srgbClr val="D5EDF8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6" name="Memory Received segments&#10;in RAM / label"/>
            <p:cNvSpPr txBox="1"/>
            <p:nvPr/>
          </p:nvSpPr>
          <p:spPr>
            <a:xfrm>
              <a:off x="8008620" y="4328160"/>
              <a:ext cx="1333500" cy="457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 b="0" i="0">
                  <a:solidFill>
                    <a:srgbClr val="172C36"/>
                  </a:solidFill>
                  <a:latin typeface="Arial"/>
                </a:rPr>
                <a:t>Received segments</a:t>
              </a:r>
            </a:p>
            <a:p>
              <a:pPr algn="ctr">
                <a:lnSpc>
                  <a:spcPts val="1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 b="0" i="0">
                  <a:solidFill>
                    <a:srgbClr val="172C36"/>
                  </a:solidFill>
                  <a:latin typeface="Arial"/>
                </a:rPr>
                <a:t>in RAM</a:t>
              </a:r>
            </a:p>
          </p:txBody>
        </p:sp>
      </p:grpSp>
      <p:grpSp>
        <p:nvGrpSpPr>
          <p:cNvPr id="520" name="Memory Final merge&#10;+ BGZF compression [editable group]"/>
          <p:cNvGrpSpPr/>
          <p:nvPr/>
        </p:nvGrpSpPr>
        <p:grpSpPr>
          <a:xfrm>
            <a:off x="9738360" y="4305300"/>
            <a:ext cx="2049780" cy="502920"/>
            <a:chOff x="9738360" y="4305300"/>
            <a:chExt cx="2049780" cy="502920"/>
          </a:xfrm>
        </p:grpSpPr>
        <p:sp>
          <p:nvSpPr>
            <p:cNvPr id="518" name="Memory Final merge&#10;+ BGZF compression"/>
            <p:cNvSpPr/>
            <p:nvPr/>
          </p:nvSpPr>
          <p:spPr>
            <a:xfrm>
              <a:off x="9738360" y="4305300"/>
              <a:ext cx="2049780" cy="502920"/>
            </a:xfrm>
            <a:prstGeom prst="rect">
              <a:avLst/>
            </a:prstGeom>
            <a:solidFill>
              <a:srgbClr val="DFEED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9" name="Memory Final merge&#10;+ BGZF compression / label"/>
            <p:cNvSpPr txBox="1"/>
            <p:nvPr/>
          </p:nvSpPr>
          <p:spPr>
            <a:xfrm>
              <a:off x="9784080" y="4328160"/>
              <a:ext cx="1958340" cy="457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 b="0" i="0">
                  <a:solidFill>
                    <a:srgbClr val="172C36"/>
                  </a:solidFill>
                  <a:latin typeface="Arial"/>
                </a:rPr>
                <a:t>Final merge</a:t>
              </a:r>
            </a:p>
            <a:p>
              <a:pPr algn="ctr">
                <a:lnSpc>
                  <a:spcPts val="1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 b="0" i="0">
                  <a:solidFill>
                    <a:srgbClr val="172C36"/>
                  </a:solidFill>
                  <a:latin typeface="Arial"/>
                </a:rPr>
                <a:t>+ BGZF compression</a:t>
              </a:r>
            </a:p>
          </p:txBody>
        </p:sp>
      </p:grpSp>
      <p:cxnSp>
        <p:nvCxnSpPr>
          <p:cNvPr id="521" name="Memory owner exchange / segment 0"/>
          <p:cNvCxnSpPr/>
          <p:nvPr/>
        </p:nvCxnSpPr>
        <p:spPr>
          <a:xfrm>
            <a:off x="7612379" y="4564380"/>
            <a:ext cx="350521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Memory merge input / segment 0"/>
          <p:cNvCxnSpPr/>
          <p:nvPr/>
        </p:nvCxnSpPr>
        <p:spPr>
          <a:xfrm>
            <a:off x="9387840" y="4564380"/>
            <a:ext cx="35052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Separate storage strategies / segment 0"/>
          <p:cNvCxnSpPr/>
          <p:nvPr/>
        </p:nvCxnSpPr>
        <p:spPr>
          <a:xfrm>
            <a:off x="5204460" y="4953000"/>
            <a:ext cx="6614160" cy="0"/>
          </a:xfrm>
          <a:prstGeom prst="line">
            <a:avLst/>
          </a:prstGeom>
          <a:ln w="9906">
            <a:solidFill>
              <a:srgbClr val="A9B8B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4" name="External mode title"/>
          <p:cNvSpPr txBox="1"/>
          <p:nvPr/>
        </p:nvSpPr>
        <p:spPr>
          <a:xfrm>
            <a:off x="5212080" y="5052060"/>
            <a:ext cx="1516380" cy="2057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411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9A7625"/>
                </a:solidFill>
                <a:latin typeface="Arial"/>
              </a:rPr>
              <a:t>External mode</a:t>
            </a:r>
          </a:p>
        </p:txBody>
      </p:sp>
      <p:sp>
        <p:nvSpPr>
          <p:cNvPr id="525" name="External budget description"/>
          <p:cNvSpPr txBox="1"/>
          <p:nvPr/>
        </p:nvSpPr>
        <p:spPr>
          <a:xfrm>
            <a:off x="7040880" y="5052060"/>
            <a:ext cx="4732020" cy="2057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1727A"/>
                </a:solidFill>
                <a:latin typeface="Arial"/>
              </a:rPr>
              <a:t>Bounded working set; F = merge fan-in</a:t>
            </a:r>
          </a:p>
        </p:txBody>
      </p:sp>
      <p:grpSp>
        <p:nvGrpSpPr>
          <p:cNvPr id="528" name="Bounded run generation [editable group]"/>
          <p:cNvGrpSpPr/>
          <p:nvPr/>
        </p:nvGrpSpPr>
        <p:grpSpPr>
          <a:xfrm>
            <a:off x="5288280" y="5600700"/>
            <a:ext cx="1051560" cy="457200"/>
            <a:chOff x="5288280" y="5600700"/>
            <a:chExt cx="1051560" cy="457200"/>
          </a:xfrm>
        </p:grpSpPr>
        <p:sp>
          <p:nvSpPr>
            <p:cNvPr id="526" name="Bounded run generation"/>
            <p:cNvSpPr/>
            <p:nvPr/>
          </p:nvSpPr>
          <p:spPr>
            <a:xfrm>
              <a:off x="5288280" y="5600700"/>
              <a:ext cx="1051560" cy="457200"/>
            </a:xfrm>
            <a:prstGeom prst="rect">
              <a:avLst/>
            </a:prstGeom>
            <a:solidFill>
              <a:srgbClr val="FFF7CE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7" name="Bounded run generation / label"/>
            <p:cNvSpPr txBox="1"/>
            <p:nvPr/>
          </p:nvSpPr>
          <p:spPr>
            <a:xfrm>
              <a:off x="5334000" y="5623560"/>
              <a:ext cx="960120" cy="4114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 b="0" i="0">
                  <a:solidFill>
                    <a:srgbClr val="172C36"/>
                  </a:solidFill>
                  <a:latin typeface="Arial"/>
                </a:rPr>
                <a:t>Fill arena</a:t>
              </a:r>
            </a:p>
            <a:p>
              <a:pPr algn="ctr">
                <a:lnSpc>
                  <a:spcPts val="1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 b="0" i="0">
                  <a:solidFill>
                    <a:srgbClr val="172C36"/>
                  </a:solidFill>
                  <a:latin typeface="Arial"/>
                </a:rPr>
                <a:t>+ local sort</a:t>
              </a:r>
            </a:p>
          </p:txBody>
        </p:sp>
      </p:grpSp>
      <p:sp>
        <p:nvSpPr>
          <p:cNvPr id="529" name="Temporary local runs / file 2"/>
          <p:cNvSpPr/>
          <p:nvPr/>
        </p:nvSpPr>
        <p:spPr>
          <a:xfrm>
            <a:off x="6697980" y="5539740"/>
            <a:ext cx="403860" cy="434340"/>
          </a:xfrm>
          <a:prstGeom prst="foldedCorner">
            <a:avLst/>
          </a:prstGeom>
          <a:solidFill>
            <a:srgbClr val="FFFFFF"/>
          </a:solidFill>
          <a:ln w="9906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Temporary local runs / file 1"/>
          <p:cNvSpPr/>
          <p:nvPr/>
        </p:nvSpPr>
        <p:spPr>
          <a:xfrm>
            <a:off x="6652260" y="5577840"/>
            <a:ext cx="403860" cy="434340"/>
          </a:xfrm>
          <a:prstGeom prst="foldedCorner">
            <a:avLst/>
          </a:prstGeom>
          <a:solidFill>
            <a:srgbClr val="FFFFFF"/>
          </a:solidFill>
          <a:ln w="9906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Temporary local runs / file 0"/>
          <p:cNvSpPr/>
          <p:nvPr/>
        </p:nvSpPr>
        <p:spPr>
          <a:xfrm>
            <a:off x="6606540" y="5615940"/>
            <a:ext cx="403860" cy="434340"/>
          </a:xfrm>
          <a:prstGeom prst="foldedCorner">
            <a:avLst/>
          </a:prstGeom>
          <a:solidFill>
            <a:srgbClr val="E8E1F2"/>
          </a:solidFill>
          <a:ln w="9906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Temporary local runs / description"/>
          <p:cNvSpPr txBox="1"/>
          <p:nvPr/>
        </p:nvSpPr>
        <p:spPr>
          <a:xfrm>
            <a:off x="6309360" y="5318760"/>
            <a:ext cx="112014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2C36"/>
                </a:solidFill>
                <a:latin typeface="Arial"/>
              </a:rPr>
              <a:t>Temp. runs</a:t>
            </a:r>
          </a:p>
        </p:txBody>
      </p:sp>
      <p:cxnSp>
        <p:nvCxnSpPr>
          <p:cNvPr id="533" name="Temporary local runs / data 0 / segment 0"/>
          <p:cNvCxnSpPr/>
          <p:nvPr/>
        </p:nvCxnSpPr>
        <p:spPr>
          <a:xfrm>
            <a:off x="6675120" y="5715000"/>
            <a:ext cx="220980" cy="0"/>
          </a:xfrm>
          <a:prstGeom prst="line">
            <a:avLst/>
          </a:prstGeom>
          <a:ln w="9144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Temporary local runs / data 1 / segment 0"/>
          <p:cNvCxnSpPr/>
          <p:nvPr/>
        </p:nvCxnSpPr>
        <p:spPr>
          <a:xfrm>
            <a:off x="6675120" y="5791200"/>
            <a:ext cx="220980" cy="0"/>
          </a:xfrm>
          <a:prstGeom prst="line">
            <a:avLst/>
          </a:prstGeom>
          <a:ln w="9144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Temporary local runs / data 2 / segment 0"/>
          <p:cNvCxnSpPr/>
          <p:nvPr/>
        </p:nvCxnSpPr>
        <p:spPr>
          <a:xfrm>
            <a:off x="6675120" y="5867400"/>
            <a:ext cx="220980" cy="0"/>
          </a:xfrm>
          <a:prstGeom prst="line">
            <a:avLst/>
          </a:prstGeom>
          <a:ln w="9144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8" name="Bounded external exchange [editable group]"/>
          <p:cNvGrpSpPr/>
          <p:nvPr/>
        </p:nvGrpSpPr>
        <p:grpSpPr>
          <a:xfrm>
            <a:off x="7292340" y="5600700"/>
            <a:ext cx="1082040" cy="457200"/>
            <a:chOff x="7292340" y="5600700"/>
            <a:chExt cx="1082040" cy="457200"/>
          </a:xfrm>
        </p:grpSpPr>
        <p:sp>
          <p:nvSpPr>
            <p:cNvPr id="536" name="Bounded external exchange"/>
            <p:cNvSpPr/>
            <p:nvPr/>
          </p:nvSpPr>
          <p:spPr>
            <a:xfrm>
              <a:off x="7292340" y="5600700"/>
              <a:ext cx="1082040" cy="457200"/>
            </a:xfrm>
            <a:prstGeom prst="rect">
              <a:avLst/>
            </a:prstGeom>
            <a:solidFill>
              <a:srgbClr val="D5EDF8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7" name="Bounded external exchange / label"/>
            <p:cNvSpPr txBox="1"/>
            <p:nvPr/>
          </p:nvSpPr>
          <p:spPr>
            <a:xfrm>
              <a:off x="7338060" y="5623560"/>
              <a:ext cx="990599" cy="4114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 b="0" i="0">
                  <a:solidFill>
                    <a:srgbClr val="172C36"/>
                  </a:solidFill>
                  <a:latin typeface="Arial"/>
                </a:rPr>
                <a:t>Chunked</a:t>
              </a:r>
            </a:p>
            <a:p>
              <a:pPr algn="ctr">
                <a:lnSpc>
                  <a:spcPts val="1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 b="0" i="0">
                  <a:solidFill>
                    <a:srgbClr val="172C36"/>
                  </a:solidFill>
                  <a:latin typeface="Arial"/>
                </a:rPr>
                <a:t>exchange</a:t>
              </a:r>
            </a:p>
          </p:txBody>
        </p:sp>
      </p:grpSp>
      <p:sp>
        <p:nvSpPr>
          <p:cNvPr id="539" name="Temporary received segments / file 2"/>
          <p:cNvSpPr/>
          <p:nvPr/>
        </p:nvSpPr>
        <p:spPr>
          <a:xfrm>
            <a:off x="8732520" y="5539740"/>
            <a:ext cx="403860" cy="434340"/>
          </a:xfrm>
          <a:prstGeom prst="foldedCorner">
            <a:avLst/>
          </a:prstGeom>
          <a:solidFill>
            <a:srgbClr val="FFFFFF"/>
          </a:solidFill>
          <a:ln w="9906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Temporary received segments / file 1"/>
          <p:cNvSpPr/>
          <p:nvPr/>
        </p:nvSpPr>
        <p:spPr>
          <a:xfrm>
            <a:off x="8686800" y="5577840"/>
            <a:ext cx="403860" cy="434340"/>
          </a:xfrm>
          <a:prstGeom prst="foldedCorner">
            <a:avLst/>
          </a:prstGeom>
          <a:solidFill>
            <a:srgbClr val="FFFFFF"/>
          </a:solidFill>
          <a:ln w="9906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mporary received segments / file 0"/>
          <p:cNvSpPr/>
          <p:nvPr/>
        </p:nvSpPr>
        <p:spPr>
          <a:xfrm>
            <a:off x="8641080" y="5615940"/>
            <a:ext cx="403860" cy="434340"/>
          </a:xfrm>
          <a:prstGeom prst="foldedCorner">
            <a:avLst/>
          </a:prstGeom>
          <a:solidFill>
            <a:srgbClr val="E8E1F2"/>
          </a:solidFill>
          <a:ln w="9906">
            <a:solidFill>
              <a:srgbClr val="17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mporary received segments / description"/>
          <p:cNvSpPr txBox="1"/>
          <p:nvPr/>
        </p:nvSpPr>
        <p:spPr>
          <a:xfrm>
            <a:off x="8343900" y="5318760"/>
            <a:ext cx="112014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2C36"/>
                </a:solidFill>
                <a:latin typeface="Arial"/>
              </a:rPr>
              <a:t>Temp. segments</a:t>
            </a:r>
          </a:p>
        </p:txBody>
      </p:sp>
      <p:cxnSp>
        <p:nvCxnSpPr>
          <p:cNvPr id="543" name="Temporary received segments / data 0 / segment 0"/>
          <p:cNvCxnSpPr/>
          <p:nvPr/>
        </p:nvCxnSpPr>
        <p:spPr>
          <a:xfrm>
            <a:off x="8709660" y="5715000"/>
            <a:ext cx="220980" cy="0"/>
          </a:xfrm>
          <a:prstGeom prst="line">
            <a:avLst/>
          </a:prstGeom>
          <a:ln w="9144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Temporary received segments / data 1 / segment 0"/>
          <p:cNvCxnSpPr/>
          <p:nvPr/>
        </p:nvCxnSpPr>
        <p:spPr>
          <a:xfrm>
            <a:off x="8709660" y="5791200"/>
            <a:ext cx="220980" cy="0"/>
          </a:xfrm>
          <a:prstGeom prst="line">
            <a:avLst/>
          </a:prstGeom>
          <a:ln w="9144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Temporary received segments / data 2 / segment 0"/>
          <p:cNvCxnSpPr/>
          <p:nvPr/>
        </p:nvCxnSpPr>
        <p:spPr>
          <a:xfrm>
            <a:off x="8709660" y="5867400"/>
            <a:ext cx="220980" cy="0"/>
          </a:xfrm>
          <a:prstGeom prst="line">
            <a:avLst/>
          </a:prstGeom>
          <a:ln w="9144">
            <a:solidFill>
              <a:srgbClr val="1739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8" name="Bounded multiway merging [editable group]"/>
          <p:cNvGrpSpPr/>
          <p:nvPr/>
        </p:nvGrpSpPr>
        <p:grpSpPr>
          <a:xfrm>
            <a:off x="9326880" y="5600700"/>
            <a:ext cx="1325880" cy="457200"/>
            <a:chOff x="9326880" y="5600700"/>
            <a:chExt cx="1325880" cy="457200"/>
          </a:xfrm>
        </p:grpSpPr>
        <p:sp>
          <p:nvSpPr>
            <p:cNvPr id="546" name="Bounded multiway merging"/>
            <p:cNvSpPr/>
            <p:nvPr/>
          </p:nvSpPr>
          <p:spPr>
            <a:xfrm>
              <a:off x="9326880" y="5600700"/>
              <a:ext cx="1325880" cy="457200"/>
            </a:xfrm>
            <a:prstGeom prst="rect">
              <a:avLst/>
            </a:prstGeom>
            <a:solidFill>
              <a:srgbClr val="FFF7CE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7" name="Bounded multiway merging / label"/>
            <p:cNvSpPr txBox="1"/>
            <p:nvPr/>
          </p:nvSpPr>
          <p:spPr>
            <a:xfrm>
              <a:off x="9372600" y="5623560"/>
              <a:ext cx="1234440" cy="4114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172C36"/>
                  </a:solidFill>
                  <a:latin typeface="Arial"/>
                </a:rPr>
                <a:t>Bounded</a:t>
              </a:r>
            </a:p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172C36"/>
                  </a:solidFill>
                  <a:latin typeface="Arial"/>
                </a:rPr>
                <a:t>F-way merge</a:t>
              </a:r>
            </a:p>
          </p:txBody>
        </p:sp>
      </p:grpSp>
      <p:grpSp>
        <p:nvGrpSpPr>
          <p:cNvPr id="551" name="Final external BGZF output [editable group]"/>
          <p:cNvGrpSpPr/>
          <p:nvPr/>
        </p:nvGrpSpPr>
        <p:grpSpPr>
          <a:xfrm>
            <a:off x="10919460" y="5600700"/>
            <a:ext cx="861060" cy="457200"/>
            <a:chOff x="10919460" y="5600700"/>
            <a:chExt cx="861060" cy="457200"/>
          </a:xfrm>
        </p:grpSpPr>
        <p:sp>
          <p:nvSpPr>
            <p:cNvPr id="549" name="Final external BGZF output"/>
            <p:cNvSpPr/>
            <p:nvPr/>
          </p:nvSpPr>
          <p:spPr>
            <a:xfrm>
              <a:off x="10919460" y="5600700"/>
              <a:ext cx="861060" cy="457200"/>
            </a:xfrm>
            <a:prstGeom prst="rect">
              <a:avLst/>
            </a:prstGeom>
            <a:solidFill>
              <a:srgbClr val="DFEED2"/>
            </a:solidFill>
            <a:ln w="12192">
              <a:solidFill>
                <a:srgbClr val="1739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0" name="Final external BGZF output / label"/>
            <p:cNvSpPr txBox="1"/>
            <p:nvPr/>
          </p:nvSpPr>
          <p:spPr>
            <a:xfrm>
              <a:off x="10965180" y="5623560"/>
              <a:ext cx="769620" cy="4114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172C36"/>
                  </a:solidFill>
                  <a:latin typeface="Arial"/>
                </a:rPr>
                <a:t>BGZF</a:t>
              </a:r>
            </a:p>
            <a:p>
              <a:pPr algn="ctr">
                <a:lnSpc>
                  <a:spcPts val="13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172C36"/>
                  </a:solidFill>
                  <a:latin typeface="Arial"/>
                </a:rPr>
                <a:t>output</a:t>
              </a:r>
            </a:p>
          </p:txBody>
        </p:sp>
      </p:grpSp>
      <p:cxnSp>
        <p:nvCxnSpPr>
          <p:cNvPr id="552" name="Spill local runs / segment 0"/>
          <p:cNvCxnSpPr/>
          <p:nvPr/>
        </p:nvCxnSpPr>
        <p:spPr>
          <a:xfrm>
            <a:off x="6339840" y="5829300"/>
            <a:ext cx="23622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Load runs / segment 0"/>
          <p:cNvCxnSpPr/>
          <p:nvPr/>
        </p:nvCxnSpPr>
        <p:spPr>
          <a:xfrm>
            <a:off x="7101840" y="5829300"/>
            <a:ext cx="16002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Store received segments / segment 0"/>
          <p:cNvCxnSpPr/>
          <p:nvPr/>
        </p:nvCxnSpPr>
        <p:spPr>
          <a:xfrm>
            <a:off x="8374380" y="5829300"/>
            <a:ext cx="23622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Read segments / segment 0"/>
          <p:cNvCxnSpPr/>
          <p:nvPr/>
        </p:nvCxnSpPr>
        <p:spPr>
          <a:xfrm>
            <a:off x="9136380" y="5829300"/>
            <a:ext cx="16002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Final merged output / segment 0"/>
          <p:cNvCxnSpPr/>
          <p:nvPr/>
        </p:nvCxnSpPr>
        <p:spPr>
          <a:xfrm>
            <a:off x="10652760" y="5829300"/>
            <a:ext cx="236220" cy="0"/>
          </a:xfrm>
          <a:prstGeom prst="line">
            <a:avLst/>
          </a:prstGeom>
          <a:ln w="15240">
            <a:solidFill>
              <a:srgbClr val="1739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Repeated bounded run generation / segment 0"/>
          <p:cNvCxnSpPr/>
          <p:nvPr/>
        </p:nvCxnSpPr>
        <p:spPr>
          <a:xfrm>
            <a:off x="6797040" y="6050280"/>
            <a:ext cx="0" cy="167640"/>
          </a:xfrm>
          <a:prstGeom prst="line">
            <a:avLst/>
          </a:prstGeom>
          <a:ln w="12954">
            <a:solidFill>
              <a:srgbClr val="9A7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Repeated bounded run generation / segment 1"/>
          <p:cNvCxnSpPr/>
          <p:nvPr/>
        </p:nvCxnSpPr>
        <p:spPr>
          <a:xfrm flipH="1">
            <a:off x="5814060" y="6217920"/>
            <a:ext cx="982980" cy="0"/>
          </a:xfrm>
          <a:prstGeom prst="line">
            <a:avLst/>
          </a:prstGeom>
          <a:ln w="12954">
            <a:solidFill>
              <a:srgbClr val="9A7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Repeated bounded run generation / segment 2"/>
          <p:cNvCxnSpPr/>
          <p:nvPr/>
        </p:nvCxnSpPr>
        <p:spPr>
          <a:xfrm flipV="1">
            <a:off x="5814060" y="6080760"/>
            <a:ext cx="0" cy="137160"/>
          </a:xfrm>
          <a:prstGeom prst="line">
            <a:avLst/>
          </a:prstGeom>
          <a:ln w="12954">
            <a:solidFill>
              <a:srgbClr val="9A762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Repeat run generation caption"/>
          <p:cNvSpPr txBox="1"/>
          <p:nvPr/>
        </p:nvSpPr>
        <p:spPr>
          <a:xfrm>
            <a:off x="5303520" y="6324600"/>
            <a:ext cx="19735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9A7625"/>
                </a:solidFill>
                <a:latin typeface="Arial"/>
              </a:rPr>
              <a:t>Repeat for each input chunk</a:t>
            </a:r>
          </a:p>
        </p:txBody>
      </p:sp>
      <p:cxnSp>
        <p:nvCxnSpPr>
          <p:cNvPr id="561" name="Additional intermediate merge passes / segment 0"/>
          <p:cNvCxnSpPr/>
          <p:nvPr/>
        </p:nvCxnSpPr>
        <p:spPr>
          <a:xfrm>
            <a:off x="9989820" y="6057900"/>
            <a:ext cx="0" cy="160020"/>
          </a:xfrm>
          <a:prstGeom prst="line">
            <a:avLst/>
          </a:prstGeom>
          <a:ln w="12954">
            <a:solidFill>
              <a:srgbClr val="9A7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Additional intermediate merge passes / segment 1"/>
          <p:cNvCxnSpPr/>
          <p:nvPr/>
        </p:nvCxnSpPr>
        <p:spPr>
          <a:xfrm flipH="1">
            <a:off x="8839200" y="6217920"/>
            <a:ext cx="1150620" cy="0"/>
          </a:xfrm>
          <a:prstGeom prst="line">
            <a:avLst/>
          </a:prstGeom>
          <a:ln w="12954">
            <a:solidFill>
              <a:srgbClr val="9A76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Additional intermediate merge passes / segment 2"/>
          <p:cNvCxnSpPr/>
          <p:nvPr/>
        </p:nvCxnSpPr>
        <p:spPr>
          <a:xfrm flipV="1">
            <a:off x="8839200" y="6073140"/>
            <a:ext cx="0" cy="144780"/>
          </a:xfrm>
          <a:prstGeom prst="line">
            <a:avLst/>
          </a:prstGeom>
          <a:ln w="12954">
            <a:solidFill>
              <a:srgbClr val="9A762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Additional merge passes caption"/>
          <p:cNvSpPr txBox="1"/>
          <p:nvPr/>
        </p:nvSpPr>
        <p:spPr>
          <a:xfrm>
            <a:off x="8183879" y="6324600"/>
            <a:ext cx="26212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9A7625"/>
                </a:solidFill>
                <a:latin typeface="Arial"/>
              </a:rPr>
              <a:t>Intermediate passes if segments &gt; F</a:t>
            </a:r>
          </a:p>
        </p:txBody>
      </p:sp>
      <p:sp>
        <p:nvSpPr>
          <p:cNvPr id="565" name="Final pass annotation"/>
          <p:cNvSpPr txBox="1"/>
          <p:nvPr/>
        </p:nvSpPr>
        <p:spPr>
          <a:xfrm>
            <a:off x="10675620" y="5356860"/>
            <a:ext cx="1112520" cy="1752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7834A"/>
                </a:solidFill>
                <a:latin typeface="Arial"/>
              </a:rPr>
              <a:t>Final 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 and collate: shared distributed reordering</dc:title>
  <dc:subject/>
  <dc:creator>SWBAM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